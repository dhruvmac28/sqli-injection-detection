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0" roundtripDataSignature="AMtx7mggFE5gqSj0DcdTHqMPH5Igg8Sgi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CB3045B-C555-4AA4-BD7A-6DD1CC6F7F14}">
  <a:tblStyle styleId="{2CB3045B-C555-4AA4-BD7A-6DD1CC6F7F1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1200"/>
              <a:buFont typeface="Calibri"/>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Calibri"/>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0" name="Google Shape;8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1" name="Google Shape;9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2" name="Google Shape;112;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9" name="Google Shape;119;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6" name="Google Shape;126;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3" name="Google Shape;13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0" name="Google Shape;14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7" name="Google Shape;14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54" name="Google Shape;15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2" name="Google Shape;162;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0" name="Google Shape;170;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8" name="Google Shape;17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6" name="Google Shape;18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4" name="Google Shape;19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2" name="Google Shape;20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9" name="Google Shape;20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 name="Google Shape;21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3" name="Google Shape;223;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0" name="Google Shape;230;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37" name="Google Shape;23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3" name="Google Shape;24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Font typeface="Arial"/>
              <a:buNone/>
              <a:defRPr/>
            </a:lvl1pPr>
            <a:lvl2pPr lvl="1" algn="ctr">
              <a:spcBef>
                <a:spcPts val="400"/>
              </a:spcBef>
              <a:spcAft>
                <a:spcPts val="0"/>
              </a:spcAft>
              <a:buClr>
                <a:schemeClr val="dk1"/>
              </a:buClr>
              <a:buSzPts val="2000"/>
              <a:buFont typeface="Arial"/>
              <a:buNone/>
              <a:defRPr/>
            </a:lvl2pPr>
            <a:lvl3pPr lvl="2" algn="ctr">
              <a:spcBef>
                <a:spcPts val="480"/>
              </a:spcBef>
              <a:spcAft>
                <a:spcPts val="0"/>
              </a:spcAft>
              <a:buClr>
                <a:schemeClr val="dk1"/>
              </a:buClr>
              <a:buSzPts val="2400"/>
              <a:buFont typeface="Arial"/>
              <a:buNone/>
              <a:defRPr/>
            </a:lvl3pPr>
            <a:lvl4pPr lvl="3" algn="ctr">
              <a:spcBef>
                <a:spcPts val="320"/>
              </a:spcBef>
              <a:spcAft>
                <a:spcPts val="0"/>
              </a:spcAft>
              <a:buClr>
                <a:schemeClr val="dk1"/>
              </a:buClr>
              <a:buSzPts val="1600"/>
              <a:buFont typeface="Arial"/>
              <a:buNone/>
              <a:defRPr/>
            </a:lvl4pPr>
            <a:lvl5pPr lvl="4" algn="ctr">
              <a:spcBef>
                <a:spcPts val="280"/>
              </a:spcBef>
              <a:spcAft>
                <a:spcPts val="0"/>
              </a:spcAft>
              <a:buClr>
                <a:schemeClr val="dk1"/>
              </a:buClr>
              <a:buSzPts val="1400"/>
              <a:buFont typeface="Arial"/>
              <a:buNone/>
              <a:defRPr/>
            </a:lvl5pPr>
            <a:lvl6pPr lvl="5" algn="ctr">
              <a:spcBef>
                <a:spcPts val="280"/>
              </a:spcBef>
              <a:spcAft>
                <a:spcPts val="0"/>
              </a:spcAft>
              <a:buClr>
                <a:schemeClr val="dk1"/>
              </a:buClr>
              <a:buSzPts val="1400"/>
              <a:buFont typeface="Arial"/>
              <a:buNone/>
              <a:defRPr/>
            </a:lvl6pPr>
            <a:lvl7pPr lvl="6" algn="ctr">
              <a:spcBef>
                <a:spcPts val="280"/>
              </a:spcBef>
              <a:spcAft>
                <a:spcPts val="0"/>
              </a:spcAft>
              <a:buClr>
                <a:schemeClr val="dk1"/>
              </a:buClr>
              <a:buSzPts val="1400"/>
              <a:buFont typeface="Arial"/>
              <a:buNone/>
              <a:defRPr/>
            </a:lvl7pPr>
            <a:lvl8pPr lvl="7" algn="ctr">
              <a:spcBef>
                <a:spcPts val="280"/>
              </a:spcBef>
              <a:spcAft>
                <a:spcPts val="0"/>
              </a:spcAft>
              <a:buClr>
                <a:schemeClr val="dk1"/>
              </a:buClr>
              <a:buSzPts val="1400"/>
              <a:buFont typeface="Arial"/>
              <a:buNone/>
              <a:defRPr/>
            </a:lvl8pPr>
            <a:lvl9pPr lvl="8" algn="ctr">
              <a:spcBef>
                <a:spcPts val="280"/>
              </a:spcBef>
              <a:spcAft>
                <a:spcPts val="0"/>
              </a:spcAft>
              <a:buClr>
                <a:schemeClr val="dk1"/>
              </a:buClr>
              <a:buSzPts val="1400"/>
              <a:buFont typeface="Arial"/>
              <a:buNone/>
              <a:defRPr/>
            </a:lvl9pPr>
          </a:lstStyle>
          <a:p/>
        </p:txBody>
      </p:sp>
      <p:sp>
        <p:nvSpPr>
          <p:cNvPr id="18" name="Google Shape;18;p2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bg>
      <p:bgPr>
        <a:solidFill>
          <a:schemeClr val="lt1"/>
        </a:solidFill>
      </p:bgPr>
    </p:bg>
    <p:spTree>
      <p:nvGrpSpPr>
        <p:cNvPr id="19" name="Shape 19"/>
        <p:cNvGrpSpPr/>
        <p:nvPr/>
      </p:nvGrpSpPr>
      <p:grpSpPr>
        <a:xfrm>
          <a:off x="0" y="0"/>
          <a:ext cx="0" cy="0"/>
          <a:chOff x="0" y="0"/>
          <a:chExt cx="0" cy="0"/>
        </a:xfrm>
      </p:grpSpPr>
      <p:sp>
        <p:nvSpPr>
          <p:cNvPr id="20" name="Google Shape;20;p26"/>
          <p:cNvSpPr/>
          <p:nvPr/>
        </p:nvSpPr>
        <p:spPr>
          <a:xfrm>
            <a:off x="3556000" y="6362700"/>
            <a:ext cx="1905000" cy="4572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1" name="Google Shape;21;p26"/>
          <p:cNvPicPr preferRelativeResize="0"/>
          <p:nvPr/>
        </p:nvPicPr>
        <p:blipFill rotWithShape="1">
          <a:blip r:embed="rId2">
            <a:alphaModFix/>
          </a:blip>
          <a:srcRect b="0" l="0" r="0" t="0"/>
          <a:stretch/>
        </p:blipFill>
        <p:spPr>
          <a:xfrm>
            <a:off x="0" y="6324600"/>
            <a:ext cx="561975" cy="533400"/>
          </a:xfrm>
          <a:prstGeom prst="rect">
            <a:avLst/>
          </a:prstGeom>
          <a:noFill/>
          <a:ln>
            <a:noFill/>
          </a:ln>
        </p:spPr>
      </p:pic>
      <p:sp>
        <p:nvSpPr>
          <p:cNvPr id="22" name="Google Shape;22;p26"/>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26"/>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vl1pPr>
            <a:lvl2pPr indent="0" lvl="1" marL="0" algn="r">
              <a:lnSpc>
                <a:spcPct val="100000"/>
              </a:lnSpc>
              <a:spcBef>
                <a:spcPts val="0"/>
              </a:spcBef>
              <a:spcAft>
                <a:spcPts val="0"/>
              </a:spcAft>
              <a:buClr>
                <a:schemeClr val="dk1"/>
              </a:buClr>
              <a:buSzPts val="1400"/>
              <a:buFont typeface="Arial"/>
              <a:buNone/>
              <a:defRPr/>
            </a:lvl2pPr>
            <a:lvl3pPr indent="0" lvl="2" marL="0" algn="r">
              <a:lnSpc>
                <a:spcPct val="100000"/>
              </a:lnSpc>
              <a:spcBef>
                <a:spcPts val="0"/>
              </a:spcBef>
              <a:spcAft>
                <a:spcPts val="0"/>
              </a:spcAft>
              <a:buClr>
                <a:schemeClr val="dk1"/>
              </a:buClr>
              <a:buSzPts val="1400"/>
              <a:buFont typeface="Arial"/>
              <a:buNone/>
              <a:defRPr/>
            </a:lvl3pPr>
            <a:lvl4pPr indent="0" lvl="3" marL="0" algn="r">
              <a:lnSpc>
                <a:spcPct val="100000"/>
              </a:lnSpc>
              <a:spcBef>
                <a:spcPts val="0"/>
              </a:spcBef>
              <a:spcAft>
                <a:spcPts val="0"/>
              </a:spcAft>
              <a:buClr>
                <a:schemeClr val="dk1"/>
              </a:buClr>
              <a:buSzPts val="1400"/>
              <a:buFont typeface="Arial"/>
              <a:buNone/>
              <a:defRPr/>
            </a:lvl4pPr>
            <a:lvl5pPr indent="0" lvl="4" marL="0" algn="r">
              <a:lnSpc>
                <a:spcPct val="100000"/>
              </a:lnSpc>
              <a:spcBef>
                <a:spcPts val="0"/>
              </a:spcBef>
              <a:spcAft>
                <a:spcPts val="0"/>
              </a:spcAft>
              <a:buClr>
                <a:schemeClr val="dk1"/>
              </a:buClr>
              <a:buSzPts val="1400"/>
              <a:buFont typeface="Arial"/>
              <a:buNone/>
              <a:defRPr/>
            </a:lvl5pPr>
            <a:lvl6pPr indent="0" lvl="5" marL="0" algn="r">
              <a:lnSpc>
                <a:spcPct val="100000"/>
              </a:lnSpc>
              <a:spcBef>
                <a:spcPts val="0"/>
              </a:spcBef>
              <a:spcAft>
                <a:spcPts val="0"/>
              </a:spcAft>
              <a:buClr>
                <a:schemeClr val="dk1"/>
              </a:buClr>
              <a:buSzPts val="1400"/>
              <a:buFont typeface="Arial"/>
              <a:buNone/>
              <a:defRPr/>
            </a:lvl6pPr>
            <a:lvl7pPr indent="0" lvl="6" marL="0" algn="r">
              <a:lnSpc>
                <a:spcPct val="100000"/>
              </a:lnSpc>
              <a:spcBef>
                <a:spcPts val="0"/>
              </a:spcBef>
              <a:spcAft>
                <a:spcPts val="0"/>
              </a:spcAft>
              <a:buClr>
                <a:schemeClr val="dk1"/>
              </a:buClr>
              <a:buSzPts val="1400"/>
              <a:buFont typeface="Arial"/>
              <a:buNone/>
              <a:defRPr/>
            </a:lvl7pPr>
            <a:lvl8pPr indent="0" lvl="7" marL="0" algn="r">
              <a:lnSpc>
                <a:spcPct val="100000"/>
              </a:lnSpc>
              <a:spcBef>
                <a:spcPts val="0"/>
              </a:spcBef>
              <a:spcAft>
                <a:spcPts val="0"/>
              </a:spcAft>
              <a:buClr>
                <a:schemeClr val="dk1"/>
              </a:buClr>
              <a:buSzPts val="1400"/>
              <a:buFont typeface="Arial"/>
              <a:buNone/>
              <a:defRPr/>
            </a:lvl8pPr>
            <a:lvl9pPr indent="0" lvl="8" marL="0" algn="r">
              <a:lnSpc>
                <a:spcPct val="100000"/>
              </a:lnSpc>
              <a:spcBef>
                <a:spcPts val="0"/>
              </a:spcBef>
              <a:spcAft>
                <a:spcPts val="0"/>
              </a:spcAft>
              <a:buClr>
                <a:schemeClr val="dk1"/>
              </a:buClr>
              <a:buSzPts val="1400"/>
              <a:buFont typeface="Aria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28" name="Google Shape;28;p2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28"/>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28"/>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2" name="Google Shape;32;p28"/>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3" name="Google Shape;33;p28"/>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7" name="Google Shape;37;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8" name="Google Shape;38;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39" name="Google Shape;39;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40" name="Google Shape;40;p29"/>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30"/>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30"/>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
        <p:nvSpPr>
          <p:cNvPr id="45" name="Google Shape;45;p31"/>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49" name="Google Shape;49;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0" name="Google Shape;50;p32"/>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1" name="Shape 51"/>
        <p:cNvGrpSpPr/>
        <p:nvPr/>
      </p:nvGrpSpPr>
      <p:grpSpPr>
        <a:xfrm>
          <a:off x="0" y="0"/>
          <a:ext cx="0" cy="0"/>
          <a:chOff x="0" y="0"/>
          <a:chExt cx="0" cy="0"/>
        </a:xfrm>
      </p:grpSpPr>
      <p:sp>
        <p:nvSpPr>
          <p:cNvPr id="52" name="Google Shape;5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33"/>
          <p:cNvSpPr/>
          <p:nvPr>
            <p:ph idx="2" type="pic"/>
          </p:nvPr>
        </p:nvSpPr>
        <p:spPr>
          <a:xfrm>
            <a:off x="1792288" y="612775"/>
            <a:ext cx="5486400" cy="4114800"/>
          </a:xfrm>
          <a:prstGeom prst="rect">
            <a:avLst/>
          </a:prstGeom>
          <a:noFill/>
          <a:ln>
            <a:noFill/>
          </a:ln>
        </p:spPr>
      </p:sp>
      <p:sp>
        <p:nvSpPr>
          <p:cNvPr id="54" name="Google Shape;5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55" name="Google Shape;55;p33"/>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6" name="Shape 56"/>
        <p:cNvGrpSpPr/>
        <p:nvPr/>
      </p:nvGrpSpPr>
      <p:grpSpPr>
        <a:xfrm>
          <a:off x="0" y="0"/>
          <a:ext cx="0" cy="0"/>
          <a:chOff x="0" y="0"/>
          <a:chExt cx="0" cy="0"/>
        </a:xfrm>
      </p:grpSpPr>
      <p:sp>
        <p:nvSpPr>
          <p:cNvPr id="57" name="Google Shape;57;p34"/>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34"/>
          <p:cNvSpPr txBox="1"/>
          <p:nvPr>
            <p:ph idx="1" type="body"/>
          </p:nvPr>
        </p:nvSpPr>
        <p:spPr>
          <a:xfrm rot="5400000">
            <a:off x="1981200" y="-457200"/>
            <a:ext cx="518160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9" name="Google Shape;59;p3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0" name="Shape 60"/>
        <p:cNvGrpSpPr/>
        <p:nvPr/>
      </p:nvGrpSpPr>
      <p:grpSpPr>
        <a:xfrm>
          <a:off x="0" y="0"/>
          <a:ext cx="0" cy="0"/>
          <a:chOff x="0" y="0"/>
          <a:chExt cx="0" cy="0"/>
        </a:xfrm>
      </p:grpSpPr>
      <p:sp>
        <p:nvSpPr>
          <p:cNvPr id="61" name="Google Shape;61;p35"/>
          <p:cNvSpPr txBox="1"/>
          <p:nvPr>
            <p:ph type="title"/>
          </p:nvPr>
        </p:nvSpPr>
        <p:spPr>
          <a:xfrm rot="5400000">
            <a:off x="4595019" y="2156619"/>
            <a:ext cx="6126162"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2" name="Google Shape;62;p35"/>
          <p:cNvSpPr txBox="1"/>
          <p:nvPr>
            <p:ph idx="1" type="body"/>
          </p:nvPr>
        </p:nvSpPr>
        <p:spPr>
          <a:xfrm rot="5400000">
            <a:off x="404019" y="175419"/>
            <a:ext cx="6126162"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 name="Google Shape;63;p35"/>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64" name="Shape 64"/>
        <p:cNvGrpSpPr/>
        <p:nvPr/>
      </p:nvGrpSpPr>
      <p:grpSpPr>
        <a:xfrm>
          <a:off x="0" y="0"/>
          <a:ext cx="0" cy="0"/>
          <a:chOff x="0" y="0"/>
          <a:chExt cx="0" cy="0"/>
        </a:xfrm>
      </p:grpSpPr>
      <p:sp>
        <p:nvSpPr>
          <p:cNvPr id="65" name="Google Shape;65;p36"/>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6" name="Google Shape;66;p36"/>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 name="Google Shape;67;p36"/>
          <p:cNvSpPr txBox="1"/>
          <p:nvPr>
            <p:ph idx="2" type="body"/>
          </p:nvPr>
        </p:nvSpPr>
        <p:spPr>
          <a:xfrm>
            <a:off x="4648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 name="Google Shape;68;p36"/>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69" name="Shape 69"/>
        <p:cNvGrpSpPr/>
        <p:nvPr/>
      </p:nvGrpSpPr>
      <p:grpSpPr>
        <a:xfrm>
          <a:off x="0" y="0"/>
          <a:ext cx="0" cy="0"/>
          <a:chOff x="0" y="0"/>
          <a:chExt cx="0" cy="0"/>
        </a:xfrm>
      </p:grpSpPr>
      <p:sp>
        <p:nvSpPr>
          <p:cNvPr id="70" name="Google Shape;70;p37"/>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37"/>
          <p:cNvSpPr txBox="1"/>
          <p:nvPr>
            <p:ph idx="1" type="body"/>
          </p:nvPr>
        </p:nvSpPr>
        <p:spPr>
          <a:xfrm>
            <a:off x="457200" y="1066800"/>
            <a:ext cx="4038600" cy="5181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37"/>
          <p:cNvSpPr txBox="1"/>
          <p:nvPr>
            <p:ph idx="2" type="body"/>
          </p:nvPr>
        </p:nvSpPr>
        <p:spPr>
          <a:xfrm>
            <a:off x="4648200" y="1066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 name="Google Shape;73;p37"/>
          <p:cNvSpPr txBox="1"/>
          <p:nvPr>
            <p:ph idx="3" type="body"/>
          </p:nvPr>
        </p:nvSpPr>
        <p:spPr>
          <a:xfrm>
            <a:off x="4648200" y="3733800"/>
            <a:ext cx="4038600" cy="2514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4" name="Google Shape;74;p37"/>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75" name="Shape 75"/>
        <p:cNvGrpSpPr/>
        <p:nvPr/>
      </p:nvGrpSpPr>
      <p:grpSpPr>
        <a:xfrm>
          <a:off x="0" y="0"/>
          <a:ext cx="0" cy="0"/>
          <a:chOff x="0" y="0"/>
          <a:chExt cx="0" cy="0"/>
        </a:xfrm>
      </p:grpSpPr>
      <p:sp>
        <p:nvSpPr>
          <p:cNvPr id="76" name="Google Shape;76;p38"/>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38"/>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Clr>
                <a:schemeClr val="dk1"/>
              </a:buClr>
              <a:buSzPts val="1400"/>
              <a:buFont typeface="Arial"/>
              <a:buNone/>
              <a:defRPr>
                <a:latin typeface="Arial"/>
                <a:ea typeface="Arial"/>
                <a:cs typeface="Arial"/>
                <a:sym typeface="Arial"/>
              </a:defRPr>
            </a:lvl1pPr>
            <a:lvl2pPr indent="0" lvl="1" marL="0" algn="r">
              <a:lnSpc>
                <a:spcPct val="100000"/>
              </a:lnSpc>
              <a:spcBef>
                <a:spcPts val="0"/>
              </a:spcBef>
              <a:spcAft>
                <a:spcPts val="0"/>
              </a:spcAft>
              <a:buClr>
                <a:schemeClr val="dk1"/>
              </a:buClr>
              <a:buSzPts val="1400"/>
              <a:buFont typeface="Arial"/>
              <a:buNone/>
              <a:defRPr>
                <a:latin typeface="Arial"/>
                <a:ea typeface="Arial"/>
                <a:cs typeface="Arial"/>
                <a:sym typeface="Arial"/>
              </a:defRPr>
            </a:lvl2pPr>
            <a:lvl3pPr indent="0" lvl="2" marL="0" algn="r">
              <a:lnSpc>
                <a:spcPct val="100000"/>
              </a:lnSpc>
              <a:spcBef>
                <a:spcPts val="0"/>
              </a:spcBef>
              <a:spcAft>
                <a:spcPts val="0"/>
              </a:spcAft>
              <a:buClr>
                <a:schemeClr val="dk1"/>
              </a:buClr>
              <a:buSzPts val="1400"/>
              <a:buFont typeface="Arial"/>
              <a:buNone/>
              <a:defRPr>
                <a:latin typeface="Arial"/>
                <a:ea typeface="Arial"/>
                <a:cs typeface="Arial"/>
                <a:sym typeface="Arial"/>
              </a:defRPr>
            </a:lvl3pPr>
            <a:lvl4pPr indent="0" lvl="3" marL="0" algn="r">
              <a:lnSpc>
                <a:spcPct val="100000"/>
              </a:lnSpc>
              <a:spcBef>
                <a:spcPts val="0"/>
              </a:spcBef>
              <a:spcAft>
                <a:spcPts val="0"/>
              </a:spcAft>
              <a:buClr>
                <a:schemeClr val="dk1"/>
              </a:buClr>
              <a:buSzPts val="1400"/>
              <a:buFont typeface="Arial"/>
              <a:buNone/>
              <a:defRPr>
                <a:latin typeface="Arial"/>
                <a:ea typeface="Arial"/>
                <a:cs typeface="Arial"/>
                <a:sym typeface="Arial"/>
              </a:defRPr>
            </a:lvl4pPr>
            <a:lvl5pPr indent="0" lvl="4" marL="0" algn="r">
              <a:lnSpc>
                <a:spcPct val="100000"/>
              </a:lnSpc>
              <a:spcBef>
                <a:spcPts val="0"/>
              </a:spcBef>
              <a:spcAft>
                <a:spcPts val="0"/>
              </a:spcAft>
              <a:buClr>
                <a:schemeClr val="dk1"/>
              </a:buClr>
              <a:buSzPts val="1400"/>
              <a:buFont typeface="Arial"/>
              <a:buNone/>
              <a:defRPr>
                <a:latin typeface="Arial"/>
                <a:ea typeface="Arial"/>
                <a:cs typeface="Arial"/>
                <a:sym typeface="Arial"/>
              </a:defRPr>
            </a:lvl5pPr>
            <a:lvl6pPr indent="0" lvl="5" marL="0" algn="r">
              <a:lnSpc>
                <a:spcPct val="100000"/>
              </a:lnSpc>
              <a:spcBef>
                <a:spcPts val="0"/>
              </a:spcBef>
              <a:spcAft>
                <a:spcPts val="0"/>
              </a:spcAft>
              <a:buClr>
                <a:schemeClr val="dk1"/>
              </a:buClr>
              <a:buSzPts val="1400"/>
              <a:buFont typeface="Arial"/>
              <a:buNone/>
              <a:defRPr>
                <a:latin typeface="Arial"/>
                <a:ea typeface="Arial"/>
                <a:cs typeface="Arial"/>
                <a:sym typeface="Arial"/>
              </a:defRPr>
            </a:lvl6pPr>
            <a:lvl7pPr indent="0" lvl="6" marL="0" algn="r">
              <a:lnSpc>
                <a:spcPct val="100000"/>
              </a:lnSpc>
              <a:spcBef>
                <a:spcPts val="0"/>
              </a:spcBef>
              <a:spcAft>
                <a:spcPts val="0"/>
              </a:spcAft>
              <a:buClr>
                <a:schemeClr val="dk1"/>
              </a:buClr>
              <a:buSzPts val="1400"/>
              <a:buFont typeface="Arial"/>
              <a:buNone/>
              <a:defRPr>
                <a:latin typeface="Arial"/>
                <a:ea typeface="Arial"/>
                <a:cs typeface="Arial"/>
                <a:sym typeface="Arial"/>
              </a:defRPr>
            </a:lvl7pPr>
            <a:lvl8pPr indent="0" lvl="7" marL="0" algn="r">
              <a:lnSpc>
                <a:spcPct val="100000"/>
              </a:lnSpc>
              <a:spcBef>
                <a:spcPts val="0"/>
              </a:spcBef>
              <a:spcAft>
                <a:spcPts val="0"/>
              </a:spcAft>
              <a:buClr>
                <a:schemeClr val="dk1"/>
              </a:buClr>
              <a:buSzPts val="1400"/>
              <a:buFont typeface="Arial"/>
              <a:buNone/>
              <a:defRPr>
                <a:latin typeface="Arial"/>
                <a:ea typeface="Arial"/>
                <a:cs typeface="Arial"/>
                <a:sym typeface="Arial"/>
              </a:defRPr>
            </a:lvl8pPr>
            <a:lvl9pPr indent="0" lvl="8" marL="0" algn="r">
              <a:lnSpc>
                <a:spcPct val="100000"/>
              </a:lnSpc>
              <a:spcBef>
                <a:spcPts val="0"/>
              </a:spcBef>
              <a:spcAft>
                <a:spcPts val="0"/>
              </a:spcAft>
              <a:buClr>
                <a:schemeClr val="dk1"/>
              </a:buClr>
              <a:buSzPts val="1400"/>
              <a:buFont typeface="Arial"/>
              <a:buNone/>
              <a:defRPr>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200" u="none" cap="none" strike="noStrike">
                <a:solidFill>
                  <a:schemeClr val="dk2"/>
                </a:solidFill>
                <a:latin typeface="Arial"/>
                <a:ea typeface="Arial"/>
                <a:cs typeface="Arial"/>
                <a:sym typeface="Arial"/>
              </a:defRPr>
            </a:lvl9pPr>
          </a:lstStyle>
          <a:p/>
        </p:txBody>
      </p:sp>
      <p:sp>
        <p:nvSpPr>
          <p:cNvPr id="11" name="Google Shape;11;p24"/>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spcBef>
                <a:spcPts val="28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12" name="Google Shape;12;p24"/>
          <p:cNvSpPr txBox="1"/>
          <p:nvPr>
            <p:ph idx="12" type="sldNum"/>
          </p:nvPr>
        </p:nvSpPr>
        <p:spPr>
          <a:xfrm>
            <a:off x="6553200" y="637857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3" name="Google Shape;13;p24"/>
          <p:cNvCxnSpPr/>
          <p:nvPr/>
        </p:nvCxnSpPr>
        <p:spPr>
          <a:xfrm>
            <a:off x="0" y="914400"/>
            <a:ext cx="9144000" cy="0"/>
          </a:xfrm>
          <a:prstGeom prst="straightConnector1">
            <a:avLst/>
          </a:prstGeom>
          <a:noFill/>
          <a:ln cap="flat" cmpd="sng" w="28575">
            <a:solidFill>
              <a:schemeClr val="accent2"/>
            </a:solidFill>
            <a:prstDash val="solid"/>
            <a:round/>
            <a:headEnd len="sm" w="sm" type="none"/>
            <a:tailEnd len="sm" w="sm" type="none"/>
          </a:ln>
        </p:spPr>
      </p:cxnSp>
      <p:cxnSp>
        <p:nvCxnSpPr>
          <p:cNvPr id="14" name="Google Shape;14;p24"/>
          <p:cNvCxnSpPr/>
          <p:nvPr/>
        </p:nvCxnSpPr>
        <p:spPr>
          <a:xfrm>
            <a:off x="0" y="6324600"/>
            <a:ext cx="9144000" cy="0"/>
          </a:xfrm>
          <a:prstGeom prst="straightConnector1">
            <a:avLst/>
          </a:prstGeom>
          <a:noFill/>
          <a:ln cap="flat" cmpd="sng" w="28575">
            <a:solidFill>
              <a:schemeClr val="accent2"/>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txBox="1"/>
          <p:nvPr>
            <p:ph type="ctrTitle"/>
          </p:nvPr>
        </p:nvSpPr>
        <p:spPr>
          <a:xfrm>
            <a:off x="0" y="1824037"/>
            <a:ext cx="91440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solidFill>
                  <a:schemeClr val="dk1"/>
                </a:solidFill>
                <a:latin typeface="Times New Roman"/>
                <a:ea typeface="Times New Roman"/>
                <a:cs typeface="Times New Roman"/>
                <a:sym typeface="Times New Roman"/>
              </a:rPr>
              <a:t>SQL Injection Detection</a:t>
            </a:r>
            <a:endParaRPr>
              <a:solidFill>
                <a:srgbClr val="FF0000"/>
              </a:solidFill>
              <a:latin typeface="Times New Roman"/>
              <a:ea typeface="Times New Roman"/>
              <a:cs typeface="Times New Roman"/>
              <a:sym typeface="Times New Roman"/>
            </a:endParaRPr>
          </a:p>
        </p:txBody>
      </p:sp>
      <p:sp>
        <p:nvSpPr>
          <p:cNvPr id="83" name="Google Shape;83;p1"/>
          <p:cNvSpPr/>
          <p:nvPr/>
        </p:nvSpPr>
        <p:spPr>
          <a:xfrm>
            <a:off x="1603375" y="1066799"/>
            <a:ext cx="6394450"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Department of Information Technology</a:t>
            </a:r>
            <a:endParaRPr b="0" i="0" sz="2800" u="none" cap="none" strike="noStrike">
              <a:solidFill>
                <a:schemeClr val="dk1"/>
              </a:solidFill>
              <a:latin typeface="Times New Roman"/>
              <a:ea typeface="Times New Roman"/>
              <a:cs typeface="Times New Roman"/>
              <a:sym typeface="Times New Roman"/>
            </a:endParaRPr>
          </a:p>
        </p:txBody>
      </p:sp>
      <p:pic>
        <p:nvPicPr>
          <p:cNvPr id="84" name="Google Shape;84;p1"/>
          <p:cNvPicPr preferRelativeResize="0"/>
          <p:nvPr/>
        </p:nvPicPr>
        <p:blipFill rotWithShape="1">
          <a:blip r:embed="rId3">
            <a:alphaModFix/>
          </a:blip>
          <a:srcRect b="0" l="0" r="0" t="0"/>
          <a:stretch/>
        </p:blipFill>
        <p:spPr>
          <a:xfrm>
            <a:off x="215900" y="76200"/>
            <a:ext cx="1079500" cy="787400"/>
          </a:xfrm>
          <a:prstGeom prst="rect">
            <a:avLst/>
          </a:prstGeom>
          <a:noFill/>
          <a:ln>
            <a:noFill/>
          </a:ln>
        </p:spPr>
      </p:pic>
      <p:sp>
        <p:nvSpPr>
          <p:cNvPr id="85" name="Google Shape;85;p1"/>
          <p:cNvSpPr/>
          <p:nvPr/>
        </p:nvSpPr>
        <p:spPr>
          <a:xfrm>
            <a:off x="1219200" y="-3175"/>
            <a:ext cx="7162800" cy="917575"/>
          </a:xfrm>
          <a:prstGeom prst="rect">
            <a:avLst/>
          </a:prstGeom>
          <a:noFill/>
          <a:ln>
            <a:noFill/>
          </a:ln>
        </p:spPr>
        <p:txBody>
          <a:bodyPr anchorCtr="0" anchor="t" bIns="45700" lIns="91425" spcFirstLastPara="1" rIns="91425" wrap="square" tIns="45700">
            <a:spAutoFit/>
          </a:bodyPr>
          <a:lstStyle/>
          <a:p>
            <a:pPr indent="0" lvl="0" marL="0" marR="0" rtl="0" algn="ctr">
              <a:lnSpc>
                <a:spcPct val="107000"/>
              </a:lnSpc>
              <a:spcBef>
                <a:spcPts val="0"/>
              </a:spcBef>
              <a:spcAft>
                <a:spcPts val="0"/>
              </a:spcAft>
              <a:buClr>
                <a:schemeClr val="dk1"/>
              </a:buClr>
              <a:buSzPts val="1400"/>
              <a:buFont typeface="Times New Roman"/>
              <a:buNone/>
            </a:pPr>
            <a:r>
              <a:rPr b="1" i="0" lang="en-US" sz="1400" u="none" cap="none" strike="noStrike">
                <a:solidFill>
                  <a:schemeClr val="dk1"/>
                </a:solidFill>
                <a:latin typeface="Times New Roman"/>
                <a:ea typeface="Times New Roman"/>
                <a:cs typeface="Times New Roman"/>
                <a:sym typeface="Times New Roman"/>
              </a:rPr>
              <a:t>Aldel Education Trust’s</a:t>
            </a:r>
            <a:endParaRPr b="0" i="0" sz="11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80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            St. John College of Engineering and Management, Palghar</a:t>
            </a:r>
            <a:endParaRPr/>
          </a:p>
          <a:p>
            <a:pPr indent="0" lvl="0" marL="0" marR="0" rtl="0" algn="ctr">
              <a:lnSpc>
                <a:spcPct val="100000"/>
              </a:lnSpc>
              <a:spcBef>
                <a:spcPts val="0"/>
              </a:spcBef>
              <a:spcAft>
                <a:spcPts val="0"/>
              </a:spcAft>
              <a:buClr>
                <a:srgbClr val="C00000"/>
              </a:buClr>
              <a:buSzPts val="1200"/>
              <a:buFont typeface="Times New Roman"/>
              <a:buNone/>
            </a:pPr>
            <a:r>
              <a:rPr b="1" i="0" lang="en-US" sz="1200" u="none" cap="none" strike="noStrike">
                <a:solidFill>
                  <a:srgbClr val="C00000"/>
                </a:solidFill>
                <a:latin typeface="Times New Roman"/>
                <a:ea typeface="Times New Roman"/>
                <a:cs typeface="Times New Roman"/>
                <a:sym typeface="Times New Roman"/>
              </a:rPr>
              <a:t>NAAC Accredited with Grade A+ </a:t>
            </a:r>
            <a:endParaRPr b="0" i="0" sz="1200" u="none" cap="none" strike="noStrike">
              <a:solidFill>
                <a:srgbClr val="C00000"/>
              </a:solidFill>
              <a:latin typeface="Times New Roman"/>
              <a:ea typeface="Times New Roman"/>
              <a:cs typeface="Times New Roman"/>
              <a:sym typeface="Times New Roman"/>
            </a:endParaRPr>
          </a:p>
        </p:txBody>
      </p:sp>
      <p:pic>
        <p:nvPicPr>
          <p:cNvPr id="86" name="Google Shape;86;p1"/>
          <p:cNvPicPr preferRelativeResize="0"/>
          <p:nvPr/>
        </p:nvPicPr>
        <p:blipFill rotWithShape="1">
          <a:blip r:embed="rId4">
            <a:alphaModFix/>
          </a:blip>
          <a:srcRect b="0" l="0" r="0" t="0"/>
          <a:stretch/>
        </p:blipFill>
        <p:spPr>
          <a:xfrm>
            <a:off x="8077200" y="69850"/>
            <a:ext cx="838200" cy="796925"/>
          </a:xfrm>
          <a:prstGeom prst="rect">
            <a:avLst/>
          </a:prstGeom>
          <a:noFill/>
          <a:ln>
            <a:noFill/>
          </a:ln>
        </p:spPr>
      </p:pic>
      <p:sp>
        <p:nvSpPr>
          <p:cNvPr id="87" name="Google Shape;87;p1"/>
          <p:cNvSpPr txBox="1"/>
          <p:nvPr/>
        </p:nvSpPr>
        <p:spPr>
          <a:xfrm>
            <a:off x="495300" y="3048000"/>
            <a:ext cx="8039100" cy="2209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t/>
            </a:r>
            <a:endParaRPr b="1" i="1"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Arial"/>
              <a:buNone/>
            </a:pPr>
            <a:r>
              <a:t/>
            </a:r>
            <a:endParaRPr b="1"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Manaswa Machhi      [EU1214001]</a:t>
            </a:r>
            <a:endParaRPr/>
          </a:p>
          <a:p>
            <a:pPr indent="0" lvl="0" marL="0" marR="0" rtl="0" algn="ctr">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Yash Pashte                [EU1214029]</a:t>
            </a:r>
            <a:endParaRPr b="1"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Hardik Mandale        [EU1214050]</a:t>
            </a:r>
            <a:endParaRPr b="1"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Gaurang Kapse          [EU1214053]</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0" i="0" lang="en-US" sz="2800" u="none" cap="none" strike="noStrike">
                <a:solidFill>
                  <a:schemeClr val="dk1"/>
                </a:solidFill>
                <a:latin typeface="Times New Roman"/>
                <a:ea typeface="Times New Roman"/>
                <a:cs typeface="Times New Roman"/>
                <a:sym typeface="Times New Roman"/>
              </a:rPr>
              <a:t> </a:t>
            </a:r>
            <a:endParaRPr/>
          </a:p>
          <a:p>
            <a:pPr indent="0" lvl="0" marL="0" marR="0" rtl="0" algn="ctr">
              <a:lnSpc>
                <a:spcPct val="100000"/>
              </a:lnSpc>
              <a:spcBef>
                <a:spcPts val="0"/>
              </a:spcBef>
              <a:spcAft>
                <a:spcPts val="0"/>
              </a:spcAft>
              <a:buClr>
                <a:schemeClr val="dk1"/>
              </a:buClr>
              <a:buSzPts val="2400"/>
              <a:buFont typeface="Times New Roman"/>
              <a:buNone/>
            </a:pPr>
            <a:r>
              <a:rPr b="1" i="0" lang="en-US" sz="2400" u="none" cap="none" strike="noStrike">
                <a:solidFill>
                  <a:schemeClr val="dk1"/>
                </a:solidFill>
                <a:latin typeface="Times New Roman"/>
                <a:ea typeface="Times New Roman"/>
                <a:cs typeface="Times New Roman"/>
                <a:sym typeface="Times New Roman"/>
              </a:rPr>
              <a:t>Ms. Shraddha More</a:t>
            </a:r>
            <a:r>
              <a:rPr b="1" i="0" lang="en-US" sz="2400" u="none" cap="none" strike="noStrike">
                <a:solidFill>
                  <a:srgbClr val="FF0000"/>
                </a:solidFill>
                <a:latin typeface="Times New Roman"/>
                <a:ea typeface="Times New Roman"/>
                <a:cs typeface="Times New Roman"/>
                <a:sym typeface="Times New Roman"/>
              </a:rPr>
              <a:t> </a:t>
            </a:r>
            <a:r>
              <a:rPr b="1" i="0" lang="en-US" sz="2400" u="none" cap="none" strike="noStrike">
                <a:solidFill>
                  <a:schemeClr val="dk1"/>
                </a:solidFill>
                <a:latin typeface="Times New Roman"/>
                <a:ea typeface="Times New Roman"/>
                <a:cs typeface="Times New Roman"/>
                <a:sym typeface="Times New Roman"/>
              </a:rPr>
              <a:t>| Project Guide</a:t>
            </a:r>
            <a:endParaRPr b="1" i="0"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April 26, 2024</a:t>
            </a:r>
            <a:endParaRPr b="1" i="0" sz="2400" u="none" cap="none" strike="noStrike">
              <a:solidFill>
                <a:schemeClr val="dk1"/>
              </a:solidFill>
              <a:latin typeface="Times New Roman"/>
              <a:ea typeface="Times New Roman"/>
              <a:cs typeface="Times New Roman"/>
              <a:sym typeface="Times New Roman"/>
            </a:endParaRPr>
          </a:p>
        </p:txBody>
      </p:sp>
      <p:sp>
        <p:nvSpPr>
          <p:cNvPr id="88" name="Google Shape;88;p1"/>
          <p:cNvSpPr/>
          <p:nvPr/>
        </p:nvSpPr>
        <p:spPr>
          <a:xfrm>
            <a:off x="8456177" y="6381690"/>
            <a:ext cx="31290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Contents</a:t>
            </a:r>
            <a:endParaRPr b="1">
              <a:latin typeface="Times New Roman"/>
              <a:ea typeface="Times New Roman"/>
              <a:cs typeface="Times New Roman"/>
              <a:sym typeface="Times New Roman"/>
            </a:endParaRPr>
          </a:p>
        </p:txBody>
      </p:sp>
      <p:sp>
        <p:nvSpPr>
          <p:cNvPr id="94" name="Google Shape;94;p2"/>
          <p:cNvSpPr txBox="1"/>
          <p:nvPr>
            <p:ph idx="1" type="body"/>
          </p:nvPr>
        </p:nvSpPr>
        <p:spPr>
          <a:xfrm>
            <a:off x="457200" y="1066800"/>
            <a:ext cx="8229600" cy="51816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Abstract</a:t>
            </a:r>
            <a:endParaRPr/>
          </a:p>
          <a:p>
            <a:pPr indent="-342900" lvl="0" marL="342900" marR="0" rtl="0" algn="just">
              <a:lnSpc>
                <a:spcPct val="10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Introduction</a:t>
            </a:r>
            <a:endParaRPr/>
          </a:p>
          <a:p>
            <a:pPr indent="-285750" lvl="1" marL="742950" marR="0" rtl="0" algn="just">
              <a:lnSpc>
                <a:spcPct val="100000"/>
              </a:lnSpc>
              <a:spcBef>
                <a:spcPts val="32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Motivation</a:t>
            </a:r>
            <a:endParaRPr/>
          </a:p>
          <a:p>
            <a:pPr indent="-285750" lvl="1" marL="742950" marR="0" rtl="0" algn="just">
              <a:lnSpc>
                <a:spcPct val="100000"/>
              </a:lnSpc>
              <a:spcBef>
                <a:spcPts val="32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Problem Statement</a:t>
            </a:r>
            <a:endParaRPr/>
          </a:p>
          <a:p>
            <a:pPr indent="-285750" lvl="1" marL="742950" marR="0" rtl="0" algn="just">
              <a:lnSpc>
                <a:spcPct val="100000"/>
              </a:lnSpc>
              <a:spcBef>
                <a:spcPts val="32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Objectives</a:t>
            </a:r>
            <a:endParaRPr/>
          </a:p>
          <a:p>
            <a:pPr indent="-285750" lvl="1" marL="742950" marR="0" rtl="0" algn="just">
              <a:lnSpc>
                <a:spcPct val="100000"/>
              </a:lnSpc>
              <a:spcBef>
                <a:spcPts val="32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Scope</a:t>
            </a:r>
            <a:endParaRPr/>
          </a:p>
          <a:p>
            <a:pPr indent="-342900" lvl="0" marL="342900" marR="0" rtl="0" algn="just">
              <a:lnSpc>
                <a:spcPct val="10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Review of Existing Literature</a:t>
            </a:r>
            <a:endParaRPr/>
          </a:p>
          <a:p>
            <a:pPr indent="-342900" lvl="0" marL="342900" marR="0" rtl="0" algn="just">
              <a:lnSpc>
                <a:spcPct val="10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Proposed System</a:t>
            </a:r>
            <a:endParaRPr/>
          </a:p>
          <a:p>
            <a:pPr indent="-285750" lvl="1" marL="742950" marR="0" rtl="0" algn="just">
              <a:lnSpc>
                <a:spcPct val="100000"/>
              </a:lnSpc>
              <a:spcBef>
                <a:spcPts val="320"/>
              </a:spcBef>
              <a:spcAft>
                <a:spcPts val="0"/>
              </a:spcAft>
              <a:buClr>
                <a:schemeClr val="dk1"/>
              </a:buClr>
              <a:buSzPts val="1600"/>
              <a:buFont typeface="Noto Sans Symbols"/>
              <a:buChar char="❑"/>
            </a:pPr>
            <a:r>
              <a:rPr lang="en-US" sz="1600">
                <a:latin typeface="Times New Roman"/>
                <a:ea typeface="Times New Roman"/>
                <a:cs typeface="Times New Roman"/>
                <a:sym typeface="Times New Roman"/>
              </a:rPr>
              <a:t>Block Diagram of Proposed System</a:t>
            </a:r>
            <a:endParaRPr b="0" i="0" sz="1600" u="none" cap="none" strike="noStrike">
              <a:solidFill>
                <a:schemeClr val="dk1"/>
              </a:solidFill>
              <a:latin typeface="Times New Roman"/>
              <a:ea typeface="Times New Roman"/>
              <a:cs typeface="Times New Roman"/>
              <a:sym typeface="Times New Roman"/>
            </a:endParaRPr>
          </a:p>
          <a:p>
            <a:pPr indent="-342900" lvl="0" marL="342900" marR="0" rtl="0" algn="just">
              <a:lnSpc>
                <a:spcPct val="10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Implementation</a:t>
            </a:r>
            <a:endParaRPr/>
          </a:p>
          <a:p>
            <a:pPr indent="-285750" lvl="1" marL="742950" marR="0" rtl="0" algn="just">
              <a:lnSpc>
                <a:spcPct val="100000"/>
              </a:lnSpc>
              <a:spcBef>
                <a:spcPts val="320"/>
              </a:spcBef>
              <a:spcAft>
                <a:spcPts val="0"/>
              </a:spcAft>
              <a:buClr>
                <a:schemeClr val="dk1"/>
              </a:buClr>
              <a:buSzPts val="1600"/>
              <a:buFont typeface="Noto Sans Symbols"/>
              <a:buChar char="❑"/>
            </a:pPr>
            <a:r>
              <a:rPr b="0" i="0" lang="en-US" sz="1600" u="none" cap="none" strike="noStrike">
                <a:solidFill>
                  <a:schemeClr val="dk1"/>
                </a:solidFill>
                <a:latin typeface="Times New Roman"/>
                <a:ea typeface="Times New Roman"/>
                <a:cs typeface="Times New Roman"/>
                <a:sym typeface="Times New Roman"/>
              </a:rPr>
              <a:t>Algorithm/Flowchart</a:t>
            </a:r>
            <a:endParaRPr/>
          </a:p>
          <a:p>
            <a:pPr indent="-285750" lvl="1" marL="742950" marR="0" rtl="0" algn="just">
              <a:lnSpc>
                <a:spcPct val="100000"/>
              </a:lnSpc>
              <a:spcBef>
                <a:spcPts val="320"/>
              </a:spcBef>
              <a:spcAft>
                <a:spcPts val="0"/>
              </a:spcAft>
              <a:buClr>
                <a:schemeClr val="dk1"/>
              </a:buClr>
              <a:buSzPts val="1600"/>
              <a:buFont typeface="Noto Sans Symbols"/>
              <a:buChar char="❑"/>
            </a:pPr>
            <a:r>
              <a:rPr lang="en-US" sz="1600">
                <a:latin typeface="Times New Roman"/>
                <a:ea typeface="Times New Roman"/>
                <a:cs typeface="Times New Roman"/>
                <a:sym typeface="Times New Roman"/>
              </a:rPr>
              <a:t>Screenshots of the Output</a:t>
            </a:r>
            <a:endParaRPr b="0" i="0" sz="1600" u="none" cap="none" strike="noStrike">
              <a:solidFill>
                <a:schemeClr val="dk1"/>
              </a:solidFill>
              <a:latin typeface="Times New Roman"/>
              <a:ea typeface="Times New Roman"/>
              <a:cs typeface="Times New Roman"/>
              <a:sym typeface="Times New Roman"/>
            </a:endParaRPr>
          </a:p>
          <a:p>
            <a:pPr indent="-342900" lvl="1" marL="342900" marR="0" rtl="0" algn="just">
              <a:lnSpc>
                <a:spcPct val="10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Technologies Used</a:t>
            </a:r>
            <a:endParaRPr/>
          </a:p>
          <a:p>
            <a:pPr indent="-342900" lvl="1" marL="342900" marR="0" rtl="0" algn="just">
              <a:lnSpc>
                <a:spcPct val="10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Results and Discussion</a:t>
            </a:r>
            <a:endParaRPr/>
          </a:p>
          <a:p>
            <a:pPr indent="-342900" lvl="1" marL="342900" marR="0" rtl="0" algn="just">
              <a:lnSpc>
                <a:spcPct val="100000"/>
              </a:lnSpc>
              <a:spcBef>
                <a:spcPts val="360"/>
              </a:spcBef>
              <a:spcAft>
                <a:spcPts val="0"/>
              </a:spcAft>
              <a:buClr>
                <a:schemeClr val="dk1"/>
              </a:buClr>
              <a:buSzPts val="1800"/>
              <a:buFont typeface="Times New Roman"/>
              <a:buChar char="•"/>
            </a:pPr>
            <a:r>
              <a:rPr b="1" lang="en-US" sz="1800">
                <a:latin typeface="Times New Roman"/>
                <a:ea typeface="Times New Roman"/>
                <a:cs typeface="Times New Roman"/>
                <a:sym typeface="Times New Roman"/>
              </a:rPr>
              <a:t>Conclusion and Future Work</a:t>
            </a:r>
            <a:endParaRPr b="1" i="0" sz="1800" u="none" cap="none" strike="noStrike">
              <a:solidFill>
                <a:schemeClr val="dk1"/>
              </a:solidFill>
              <a:latin typeface="Times New Roman"/>
              <a:ea typeface="Times New Roman"/>
              <a:cs typeface="Times New Roman"/>
              <a:sym typeface="Times New Roman"/>
            </a:endParaRPr>
          </a:p>
          <a:p>
            <a:pPr indent="-342900" lvl="1" marL="342900" marR="0" rtl="0" algn="just">
              <a:lnSpc>
                <a:spcPct val="10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References</a:t>
            </a:r>
            <a:endParaRPr b="1" i="0" sz="2000" u="none" cap="none" strike="noStrike">
              <a:solidFill>
                <a:schemeClr val="dk1"/>
              </a:solidFill>
              <a:latin typeface="Times New Roman"/>
              <a:ea typeface="Times New Roman"/>
              <a:cs typeface="Times New Roman"/>
              <a:sym typeface="Times New Roman"/>
            </a:endParaRPr>
          </a:p>
        </p:txBody>
      </p:sp>
      <p:sp>
        <p:nvSpPr>
          <p:cNvPr id="95" name="Google Shape;95;p2"/>
          <p:cNvSpPr/>
          <p:nvPr/>
        </p:nvSpPr>
        <p:spPr>
          <a:xfrm>
            <a:off x="8456176" y="6381690"/>
            <a:ext cx="31290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Abstract</a:t>
            </a:r>
            <a:endParaRPr b="1">
              <a:latin typeface="Times New Roman"/>
              <a:ea typeface="Times New Roman"/>
              <a:cs typeface="Times New Roman"/>
              <a:sym typeface="Times New Roman"/>
            </a:endParaRPr>
          </a:p>
        </p:txBody>
      </p:sp>
      <p:sp>
        <p:nvSpPr>
          <p:cNvPr id="101" name="Google Shape;101;p3"/>
          <p:cNvSpPr txBox="1"/>
          <p:nvPr>
            <p:ph idx="1" type="body"/>
          </p:nvPr>
        </p:nvSpPr>
        <p:spPr>
          <a:xfrm>
            <a:off x="457200" y="1066800"/>
            <a:ext cx="8229600" cy="5105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The prevalence of SQL injection attacks poses a significant threat to the security of web applications, enabling malicious actors to exploit vulnerabilities in database systems. These attacks involve the insertion of malicious SQL code into input fields, potentially compromising sensitive data and undermining the integrity of the affected systems. To address this threat, our project focuses on developing an effective SQL injection detection system. Through the implementation of machine learning algorithms, we aim to identify and mitigate SQL injection attacks in real time. By analyzing query patterns and characteristics, our system can distinguish between legitimate and malicious SQL queries, thereby enhancing the overall security posture of web applications. Through proactive detection and prevention measures, we strive to safeguard against the potential risks posed by SQL injection vulnerabilities, ultimately bolstering the resilience of online systems against cyber threats.</a:t>
            </a:r>
            <a:endParaRPr>
              <a:latin typeface="Times New Roman"/>
              <a:ea typeface="Times New Roman"/>
              <a:cs typeface="Times New Roman"/>
              <a:sym typeface="Times New Roman"/>
            </a:endParaRPr>
          </a:p>
        </p:txBody>
      </p:sp>
      <p:sp>
        <p:nvSpPr>
          <p:cNvPr id="102" name="Google Shape;102;p3"/>
          <p:cNvSpPr/>
          <p:nvPr/>
        </p:nvSpPr>
        <p:spPr>
          <a:xfrm>
            <a:off x="8456177" y="6381690"/>
            <a:ext cx="31290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3</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Introduction</a:t>
            </a:r>
            <a:endParaRPr b="1"/>
          </a:p>
        </p:txBody>
      </p:sp>
      <p:sp>
        <p:nvSpPr>
          <p:cNvPr id="108" name="Google Shape;108;p4"/>
          <p:cNvSpPr/>
          <p:nvPr/>
        </p:nvSpPr>
        <p:spPr>
          <a:xfrm>
            <a:off x="8456177" y="6381690"/>
            <a:ext cx="31290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4</a:t>
            </a:r>
            <a:endParaRPr b="0" i="0" sz="2000" u="none" cap="none" strike="noStrike">
              <a:solidFill>
                <a:schemeClr val="dk1"/>
              </a:solidFill>
              <a:latin typeface="Times New Roman"/>
              <a:ea typeface="Times New Roman"/>
              <a:cs typeface="Times New Roman"/>
              <a:sym typeface="Times New Roman"/>
            </a:endParaRPr>
          </a:p>
        </p:txBody>
      </p:sp>
      <p:sp>
        <p:nvSpPr>
          <p:cNvPr id="109" name="Google Shape;109;p4"/>
          <p:cNvSpPr txBox="1"/>
          <p:nvPr/>
        </p:nvSpPr>
        <p:spPr>
          <a:xfrm>
            <a:off x="457200" y="1143000"/>
            <a:ext cx="8229600" cy="4419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Motivation:</a:t>
            </a:r>
            <a:endParaRPr/>
          </a:p>
          <a:p>
            <a:pPr indent="-285750" lvl="1" marL="685800" marR="0" rtl="0" algn="just">
              <a:lnSpc>
                <a:spcPct val="150000"/>
              </a:lnSpc>
              <a:spcBef>
                <a:spcPts val="36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Security Vulnerabilities: </a:t>
            </a:r>
            <a:r>
              <a:rPr b="0" i="0" lang="en-US" sz="1800" u="none" cap="none" strike="noStrike">
                <a:solidFill>
                  <a:schemeClr val="dk1"/>
                </a:solidFill>
                <a:latin typeface="Times New Roman"/>
                <a:ea typeface="Times New Roman"/>
                <a:cs typeface="Times New Roman"/>
                <a:sym typeface="Times New Roman"/>
              </a:rPr>
              <a:t>The pervasive threat of SQL injection attacks poses a substantial risk to web applications, necessitating robust detection mechanisms.</a:t>
            </a:r>
            <a:endParaRPr/>
          </a:p>
          <a:p>
            <a:pPr indent="-285750" lvl="1" marL="685800" marR="0" rtl="0" algn="just">
              <a:lnSpc>
                <a:spcPct val="150000"/>
              </a:lnSpc>
              <a:spcBef>
                <a:spcPts val="36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Data Breach Risks: </a:t>
            </a:r>
            <a:r>
              <a:rPr b="0" i="0" lang="en-US" sz="1800" u="none" cap="none" strike="noStrike">
                <a:solidFill>
                  <a:schemeClr val="dk1"/>
                </a:solidFill>
                <a:latin typeface="Times New Roman"/>
                <a:ea typeface="Times New Roman"/>
                <a:cs typeface="Times New Roman"/>
                <a:sym typeface="Times New Roman"/>
              </a:rPr>
              <a:t>Exploitation of SQL injection vulnerabilities can lead to unauthorized access to sensitive data, compromising user privacy and system integrity.</a:t>
            </a:r>
            <a:endParaRPr/>
          </a:p>
          <a:p>
            <a:pPr indent="-285750" lvl="1" marL="685800" marR="0" rtl="0" algn="just">
              <a:lnSpc>
                <a:spcPct val="150000"/>
              </a:lnSpc>
              <a:spcBef>
                <a:spcPts val="36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Need for Proactive Measures: </a:t>
            </a:r>
            <a:r>
              <a:rPr b="0" i="0" lang="en-US" sz="1800" u="none" cap="none" strike="noStrike">
                <a:solidFill>
                  <a:schemeClr val="dk1"/>
                </a:solidFill>
                <a:latin typeface="Times New Roman"/>
                <a:ea typeface="Times New Roman"/>
                <a:cs typeface="Times New Roman"/>
                <a:sym typeface="Times New Roman"/>
              </a:rPr>
              <a:t>Existing security measures may be insufficient to mitigate the evolving tactics of attackers, highlighting the urgency for advanced detection systems.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idx="1" type="body"/>
          </p:nvPr>
        </p:nvSpPr>
        <p:spPr>
          <a:xfrm>
            <a:off x="457200" y="1143000"/>
            <a:ext cx="8229600" cy="47244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2400"/>
              <a:buFont typeface="Times New Roman"/>
              <a:buChar char="•"/>
            </a:pPr>
            <a:r>
              <a:rPr b="1" lang="en-US">
                <a:latin typeface="Times New Roman"/>
                <a:ea typeface="Times New Roman"/>
                <a:cs typeface="Times New Roman"/>
                <a:sym typeface="Times New Roman"/>
              </a:rPr>
              <a:t>Problem Statement:</a:t>
            </a:r>
            <a:endParaRPr b="1" i="0" u="none" cap="none" strike="noStrike">
              <a:solidFill>
                <a:schemeClr val="dk1"/>
              </a:solidFill>
              <a:latin typeface="Times New Roman"/>
              <a:ea typeface="Times New Roman"/>
              <a:cs typeface="Times New Roman"/>
              <a:sym typeface="Times New Roman"/>
            </a:endParaRPr>
          </a:p>
          <a:p>
            <a:pPr indent="0" lvl="1" marL="400050" rtl="0" algn="just">
              <a:lnSpc>
                <a:spcPct val="15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SQL injection attacks present a pervasive threat to the security of web applications, allowing malicious actors to exploit vulnerabilities in database systems. Without robust detection mechanisms, these attacks can lead to unauthorized access to sensitive data and compromise the integrity of affected systems. Addressing this issue requires the development of efficient detection systems capable of identifying and mitigating SQL injection vulnerabilities in real-time, thereby enhancing the overall security posture of web applications.</a:t>
            </a:r>
            <a:endParaRPr sz="1600">
              <a:latin typeface="Times New Roman"/>
              <a:ea typeface="Times New Roman"/>
              <a:cs typeface="Times New Roman"/>
              <a:sym typeface="Times New Roman"/>
            </a:endParaRPr>
          </a:p>
        </p:txBody>
      </p:sp>
      <p:sp>
        <p:nvSpPr>
          <p:cNvPr id="115" name="Google Shape;115;p5"/>
          <p:cNvSpPr/>
          <p:nvPr/>
        </p:nvSpPr>
        <p:spPr>
          <a:xfrm>
            <a:off x="8456177" y="6381690"/>
            <a:ext cx="31290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5</a:t>
            </a:r>
            <a:endParaRPr b="0" i="0" sz="2000" u="none" cap="none" strike="noStrike">
              <a:solidFill>
                <a:schemeClr val="dk1"/>
              </a:solidFill>
              <a:latin typeface="Times New Roman"/>
              <a:ea typeface="Times New Roman"/>
              <a:cs typeface="Times New Roman"/>
              <a:sym typeface="Times New Roman"/>
            </a:endParaRPr>
          </a:p>
        </p:txBody>
      </p:sp>
      <p:sp>
        <p:nvSpPr>
          <p:cNvPr id="116" name="Google Shape;116;p5"/>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Introduction</a:t>
            </a:r>
            <a:endParaRPr b="1"/>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nvSpPr>
        <p:spPr>
          <a:xfrm>
            <a:off x="457200" y="1143000"/>
            <a:ext cx="8229600" cy="4800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Objectives:</a:t>
            </a:r>
            <a:endParaRPr/>
          </a:p>
          <a:p>
            <a:pPr indent="-285750" lvl="1" marL="971550" marR="0" rtl="0" algn="just">
              <a:lnSpc>
                <a:spcPct val="150000"/>
              </a:lnSpc>
              <a:spcBef>
                <a:spcPts val="36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Algorithm Evaluation: </a:t>
            </a:r>
            <a:r>
              <a:rPr b="0" i="0" lang="en-US" sz="1800" u="none" cap="none" strike="noStrike">
                <a:solidFill>
                  <a:schemeClr val="dk1"/>
                </a:solidFill>
                <a:latin typeface="Times New Roman"/>
                <a:ea typeface="Times New Roman"/>
                <a:cs typeface="Times New Roman"/>
                <a:sym typeface="Times New Roman"/>
              </a:rPr>
              <a:t>Assess the performance of multiple machine learning algorithms for SQL injection detection, focusing on metrics such as accuracy, precision, recall, and F1-score.</a:t>
            </a:r>
            <a:endParaRPr/>
          </a:p>
          <a:p>
            <a:pPr indent="-285750" lvl="1" marL="971550" marR="0" rtl="0" algn="just">
              <a:lnSpc>
                <a:spcPct val="150000"/>
              </a:lnSpc>
              <a:spcBef>
                <a:spcPts val="36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Model Selection: </a:t>
            </a:r>
            <a:r>
              <a:rPr b="0" i="0" lang="en-US" sz="1800" u="none" cap="none" strike="noStrike">
                <a:solidFill>
                  <a:schemeClr val="dk1"/>
                </a:solidFill>
                <a:latin typeface="Times New Roman"/>
                <a:ea typeface="Times New Roman"/>
                <a:cs typeface="Times New Roman"/>
                <a:sym typeface="Times New Roman"/>
              </a:rPr>
              <a:t>Identify the most accurate and reliable algorithm for integrating into the SQL injection detection system, considering factors such as computational efficiency and real-world applicability.</a:t>
            </a:r>
            <a:endParaRPr/>
          </a:p>
          <a:p>
            <a:pPr indent="-285750" lvl="1" marL="971550" marR="0" rtl="0" algn="just">
              <a:lnSpc>
                <a:spcPct val="150000"/>
              </a:lnSpc>
              <a:spcBef>
                <a:spcPts val="360"/>
              </a:spcBef>
              <a:spcAft>
                <a:spcPts val="0"/>
              </a:spcAft>
              <a:buClr>
                <a:schemeClr val="dk1"/>
              </a:buClr>
              <a:buSzPts val="1800"/>
              <a:buFont typeface="Arial"/>
              <a:buChar char="•"/>
            </a:pPr>
            <a:r>
              <a:rPr b="1" i="0" lang="en-US" sz="1800" u="none" cap="none" strike="noStrike">
                <a:solidFill>
                  <a:schemeClr val="dk1"/>
                </a:solidFill>
                <a:latin typeface="Times New Roman"/>
                <a:ea typeface="Times New Roman"/>
                <a:cs typeface="Times New Roman"/>
                <a:sym typeface="Times New Roman"/>
              </a:rPr>
              <a:t>Integration Readiness: </a:t>
            </a:r>
            <a:r>
              <a:rPr b="0" i="0" lang="en-US" sz="1800" u="none" cap="none" strike="noStrike">
                <a:solidFill>
                  <a:schemeClr val="dk1"/>
                </a:solidFill>
                <a:latin typeface="Times New Roman"/>
                <a:ea typeface="Times New Roman"/>
                <a:cs typeface="Times New Roman"/>
                <a:sym typeface="Times New Roman"/>
              </a:rPr>
              <a:t>Prepare the selected algorithm for seamless integration into existing web application environments, ensuring compatibility and interoperability with relevant frameworks and technologies.</a:t>
            </a:r>
            <a:endParaRPr b="0" i="0" sz="2400" u="none" cap="none" strike="noStrike">
              <a:solidFill>
                <a:schemeClr val="dk1"/>
              </a:solidFill>
              <a:latin typeface="Times New Roman"/>
              <a:ea typeface="Times New Roman"/>
              <a:cs typeface="Times New Roman"/>
              <a:sym typeface="Times New Roman"/>
            </a:endParaRPr>
          </a:p>
        </p:txBody>
      </p:sp>
      <p:sp>
        <p:nvSpPr>
          <p:cNvPr id="122" name="Google Shape;122;p6"/>
          <p:cNvSpPr/>
          <p:nvPr/>
        </p:nvSpPr>
        <p:spPr>
          <a:xfrm>
            <a:off x="8456177" y="6381690"/>
            <a:ext cx="31290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6</a:t>
            </a:r>
            <a:endParaRPr b="0" i="0" sz="2000" u="none" cap="none" strike="noStrike">
              <a:solidFill>
                <a:schemeClr val="dk1"/>
              </a:solidFill>
              <a:latin typeface="Times New Roman"/>
              <a:ea typeface="Times New Roman"/>
              <a:cs typeface="Times New Roman"/>
              <a:sym typeface="Times New Roman"/>
            </a:endParaRPr>
          </a:p>
        </p:txBody>
      </p:sp>
      <p:sp>
        <p:nvSpPr>
          <p:cNvPr id="123" name="Google Shape;123;p6"/>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Introduction</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7"/>
          <p:cNvSpPr txBox="1"/>
          <p:nvPr>
            <p:ph idx="1" type="body"/>
          </p:nvPr>
        </p:nvSpPr>
        <p:spPr>
          <a:xfrm>
            <a:off x="457200" y="1143000"/>
            <a:ext cx="8229600" cy="4191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u="none" cap="none" strike="noStrike">
                <a:solidFill>
                  <a:schemeClr val="dk1"/>
                </a:solidFill>
                <a:latin typeface="Times New Roman"/>
                <a:ea typeface="Times New Roman"/>
                <a:cs typeface="Times New Roman"/>
                <a:sym typeface="Times New Roman"/>
              </a:rPr>
              <a:t>Scope:</a:t>
            </a:r>
            <a:endParaRPr/>
          </a:p>
          <a:p>
            <a:pPr indent="0" lvl="0" marL="285750" rtl="0" algn="just">
              <a:lnSpc>
                <a:spcPct val="150000"/>
              </a:lnSpc>
              <a:spcBef>
                <a:spcPts val="360"/>
              </a:spcBef>
              <a:spcAft>
                <a:spcPts val="0"/>
              </a:spcAft>
              <a:buClr>
                <a:schemeClr val="dk1"/>
              </a:buClr>
              <a:buSzPts val="1800"/>
              <a:buFont typeface="Times New Roman"/>
              <a:buNone/>
            </a:pPr>
            <a:r>
              <a:rPr lang="en-US" sz="1800">
                <a:latin typeface="Times New Roman"/>
                <a:ea typeface="Times New Roman"/>
                <a:cs typeface="Times New Roman"/>
                <a:sym typeface="Times New Roman"/>
              </a:rPr>
              <a:t>The scope of the project entails the creation of an efficient SQL injection detection system tailored for web applications. This system will focus on accurately identifying and mitigating SQL injection vulnerabilities in real time, thereby enhancing the security posture of targeted web applications. The project will involve the development and implementation of machine learning algorithms for robust detection capabilities.</a:t>
            </a:r>
            <a:endParaRPr sz="1400"/>
          </a:p>
        </p:txBody>
      </p:sp>
      <p:sp>
        <p:nvSpPr>
          <p:cNvPr id="129" name="Google Shape;129;p7"/>
          <p:cNvSpPr/>
          <p:nvPr/>
        </p:nvSpPr>
        <p:spPr>
          <a:xfrm>
            <a:off x="8456177" y="6381690"/>
            <a:ext cx="31290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7</a:t>
            </a:r>
            <a:endParaRPr b="0" i="0" sz="2000" u="none" cap="none" strike="noStrike">
              <a:solidFill>
                <a:schemeClr val="dk1"/>
              </a:solidFill>
              <a:latin typeface="Times New Roman"/>
              <a:ea typeface="Times New Roman"/>
              <a:cs typeface="Times New Roman"/>
              <a:sym typeface="Times New Roman"/>
            </a:endParaRPr>
          </a:p>
        </p:txBody>
      </p:sp>
      <p:sp>
        <p:nvSpPr>
          <p:cNvPr id="130" name="Google Shape;130;p7"/>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Introduction</a:t>
            </a:r>
            <a:endParaRPr b="1"/>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Literature Review</a:t>
            </a:r>
            <a:endParaRPr b="1"/>
          </a:p>
        </p:txBody>
      </p:sp>
      <p:sp>
        <p:nvSpPr>
          <p:cNvPr id="136" name="Google Shape;136;p8"/>
          <p:cNvSpPr/>
          <p:nvPr/>
        </p:nvSpPr>
        <p:spPr>
          <a:xfrm>
            <a:off x="8456177" y="6381690"/>
            <a:ext cx="312906"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8</a:t>
            </a:r>
            <a:endParaRPr b="0" i="0" sz="2000" u="none" cap="none" strike="noStrike">
              <a:solidFill>
                <a:schemeClr val="dk1"/>
              </a:solidFill>
              <a:latin typeface="Times New Roman"/>
              <a:ea typeface="Times New Roman"/>
              <a:cs typeface="Times New Roman"/>
              <a:sym typeface="Times New Roman"/>
            </a:endParaRPr>
          </a:p>
        </p:txBody>
      </p:sp>
      <p:graphicFrame>
        <p:nvGraphicFramePr>
          <p:cNvPr id="137" name="Google Shape;137;p8"/>
          <p:cNvGraphicFramePr/>
          <p:nvPr/>
        </p:nvGraphicFramePr>
        <p:xfrm>
          <a:off x="207408" y="983735"/>
          <a:ext cx="3000000" cy="3000000"/>
        </p:xfrm>
        <a:graphic>
          <a:graphicData uri="http://schemas.openxmlformats.org/drawingml/2006/table">
            <a:tbl>
              <a:tblPr>
                <a:noFill/>
                <a:tableStyleId>{2CB3045B-C555-4AA4-BD7A-6DD1CC6F7F14}</a:tableStyleId>
              </a:tblPr>
              <a:tblGrid>
                <a:gridCol w="702025"/>
                <a:gridCol w="1969475"/>
                <a:gridCol w="1504850"/>
                <a:gridCol w="2286000"/>
                <a:gridCol w="2266850"/>
              </a:tblGrid>
              <a:tr h="529800">
                <a:tc>
                  <a:txBody>
                    <a:bodyPr/>
                    <a:lstStyle/>
                    <a:p>
                      <a:pPr indent="0" lvl="0" marL="85090" marR="0" rtl="0" algn="ctr">
                        <a:spcBef>
                          <a:spcPts val="0"/>
                        </a:spcBef>
                        <a:spcAft>
                          <a:spcPts val="0"/>
                        </a:spcAft>
                        <a:buNone/>
                      </a:pPr>
                      <a:r>
                        <a:rPr b="1" lang="en-US" sz="1600" u="none" cap="none" strike="noStrike">
                          <a:latin typeface="Times New Roman"/>
                          <a:ea typeface="Times New Roman"/>
                          <a:cs typeface="Times New Roman"/>
                          <a:sym typeface="Times New Roman"/>
                        </a:rPr>
                        <a:t>Year</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50000"/>
                        </a:lnSpc>
                        <a:spcBef>
                          <a:spcPts val="0"/>
                        </a:spcBef>
                        <a:spcAft>
                          <a:spcPts val="0"/>
                        </a:spcAft>
                        <a:buNone/>
                      </a:pPr>
                      <a:r>
                        <a:rPr b="1" lang="en-US" sz="1600" u="none" cap="none" strike="noStrike">
                          <a:latin typeface="Times New Roman"/>
                          <a:ea typeface="Times New Roman"/>
                          <a:cs typeface="Times New Roman"/>
                          <a:sym typeface="Times New Roman"/>
                        </a:rPr>
                        <a:t>Paper Title </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50000"/>
                        </a:lnSpc>
                        <a:spcBef>
                          <a:spcPts val="0"/>
                        </a:spcBef>
                        <a:spcAft>
                          <a:spcPts val="0"/>
                        </a:spcAft>
                        <a:buNone/>
                      </a:pPr>
                      <a:r>
                        <a:rPr b="1" lang="en-US" sz="1600" u="none" cap="none" strike="noStrike">
                          <a:latin typeface="Times New Roman"/>
                          <a:ea typeface="Times New Roman"/>
                          <a:cs typeface="Times New Roman"/>
                          <a:sym typeface="Times New Roman"/>
                        </a:rPr>
                        <a:t>Methodology</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Results</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Future Scope</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712375">
                <a:tc>
                  <a:txBody>
                    <a:bodyPr/>
                    <a:lstStyle/>
                    <a:p>
                      <a:pPr indent="0" lvl="0" marL="123190" marR="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2022</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88265" marR="14478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Detection and prevention of SQLI attacks and developing compressive framework using machine learning and hybrid techniques</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457200" marR="219075" rtl="0" algn="l">
                        <a:lnSpc>
                          <a:spcPct val="115000"/>
                        </a:lnSpc>
                        <a:spcBef>
                          <a:spcPts val="0"/>
                        </a:spcBef>
                        <a:spcAft>
                          <a:spcPts val="0"/>
                        </a:spcAft>
                        <a:buClr>
                          <a:srgbClr val="000000"/>
                        </a:buClr>
                        <a:buSzPts val="1600"/>
                        <a:buFont typeface="Arial"/>
                        <a:buNone/>
                      </a:pPr>
                      <a:r>
                        <a:rPr lang="en-US" sz="1600" u="none" cap="none" strike="noStrike">
                          <a:solidFill>
                            <a:srgbClr val="000000"/>
                          </a:solidFill>
                          <a:latin typeface="Times New Roman"/>
                          <a:ea typeface="Times New Roman"/>
                          <a:cs typeface="Times New Roman"/>
                          <a:sym typeface="Times New Roman"/>
                        </a:rPr>
                        <a:t>Naïve Bayes, Decision Tree, SVM, Random Forest</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9652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Random Forest machine learning model provides results with an accuracy of 96.64%.</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11049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Maximizing the dataset and running with different techniques in a real-world environment.</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22475">
                <a:tc>
                  <a:txBody>
                    <a:bodyPr/>
                    <a:lstStyle/>
                    <a:p>
                      <a:pPr indent="0" lvl="0" marL="123190" marR="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2022</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88265" marR="8128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Detection of SQL Injection using Machine Learning: A Survey</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457200" marR="75565" rtl="0" algn="l">
                        <a:lnSpc>
                          <a:spcPct val="115000"/>
                        </a:lnSpc>
                        <a:spcBef>
                          <a:spcPts val="0"/>
                        </a:spcBef>
                        <a:spcAft>
                          <a:spcPts val="0"/>
                        </a:spcAft>
                        <a:buClr>
                          <a:srgbClr val="000000"/>
                        </a:buClr>
                        <a:buSzPts val="1600"/>
                        <a:buFont typeface="Arial"/>
                        <a:buNone/>
                      </a:pPr>
                      <a:r>
                        <a:rPr lang="en-US" sz="1600" u="none" cap="none" strike="noStrike">
                          <a:solidFill>
                            <a:srgbClr val="000000"/>
                          </a:solidFill>
                          <a:latin typeface="Times New Roman"/>
                          <a:ea typeface="Times New Roman"/>
                          <a:cs typeface="Times New Roman"/>
                          <a:sym typeface="Times New Roman"/>
                        </a:rPr>
                        <a:t>Naïve Bayes, Gradient Boosting Machine</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125729"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Naïve Bayes classifier machine learning model provides results with an accuracy of 92.8%.</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15621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Implementation of other machine learning algorithms to get better accuracy.</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Literature Review</a:t>
            </a:r>
            <a:endParaRPr b="1"/>
          </a:p>
        </p:txBody>
      </p:sp>
      <p:sp>
        <p:nvSpPr>
          <p:cNvPr id="143" name="Google Shape;143;p9"/>
          <p:cNvSpPr/>
          <p:nvPr/>
        </p:nvSpPr>
        <p:spPr>
          <a:xfrm>
            <a:off x="8456176" y="6381690"/>
            <a:ext cx="31290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9</a:t>
            </a:r>
            <a:endParaRPr/>
          </a:p>
        </p:txBody>
      </p:sp>
      <p:graphicFrame>
        <p:nvGraphicFramePr>
          <p:cNvPr id="144" name="Google Shape;144;p9"/>
          <p:cNvGraphicFramePr/>
          <p:nvPr/>
        </p:nvGraphicFramePr>
        <p:xfrm>
          <a:off x="207408" y="983735"/>
          <a:ext cx="3000000" cy="3000000"/>
        </p:xfrm>
        <a:graphic>
          <a:graphicData uri="http://schemas.openxmlformats.org/drawingml/2006/table">
            <a:tbl>
              <a:tblPr>
                <a:noFill/>
                <a:tableStyleId>{2CB3045B-C555-4AA4-BD7A-6DD1CC6F7F14}</a:tableStyleId>
              </a:tblPr>
              <a:tblGrid>
                <a:gridCol w="702025"/>
                <a:gridCol w="1969475"/>
                <a:gridCol w="1504850"/>
                <a:gridCol w="2286000"/>
                <a:gridCol w="2266850"/>
              </a:tblGrid>
              <a:tr h="549000">
                <a:tc>
                  <a:txBody>
                    <a:bodyPr/>
                    <a:lstStyle/>
                    <a:p>
                      <a:pPr indent="0" lvl="0" marL="85090" marR="0" rtl="0" algn="ctr">
                        <a:spcBef>
                          <a:spcPts val="0"/>
                        </a:spcBef>
                        <a:spcAft>
                          <a:spcPts val="0"/>
                        </a:spcAft>
                        <a:buNone/>
                      </a:pPr>
                      <a:r>
                        <a:rPr b="1" lang="en-US" sz="1600" u="none" cap="none" strike="noStrike">
                          <a:latin typeface="Times New Roman"/>
                          <a:ea typeface="Times New Roman"/>
                          <a:cs typeface="Times New Roman"/>
                          <a:sym typeface="Times New Roman"/>
                        </a:rPr>
                        <a:t>Year</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50000"/>
                        </a:lnSpc>
                        <a:spcBef>
                          <a:spcPts val="0"/>
                        </a:spcBef>
                        <a:spcAft>
                          <a:spcPts val="0"/>
                        </a:spcAft>
                        <a:buNone/>
                      </a:pPr>
                      <a:r>
                        <a:rPr b="1" lang="en-US" sz="1600" u="none" cap="none" strike="noStrike">
                          <a:latin typeface="Times New Roman"/>
                          <a:ea typeface="Times New Roman"/>
                          <a:cs typeface="Times New Roman"/>
                          <a:sym typeface="Times New Roman"/>
                        </a:rPr>
                        <a:t>Paper Title </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lnSpc>
                          <a:spcPct val="150000"/>
                        </a:lnSpc>
                        <a:spcBef>
                          <a:spcPts val="0"/>
                        </a:spcBef>
                        <a:spcAft>
                          <a:spcPts val="0"/>
                        </a:spcAft>
                        <a:buNone/>
                      </a:pPr>
                      <a:r>
                        <a:rPr b="1" lang="en-US" sz="1600" u="none" cap="none" strike="noStrike">
                          <a:latin typeface="Times New Roman"/>
                          <a:ea typeface="Times New Roman"/>
                          <a:cs typeface="Times New Roman"/>
                          <a:sym typeface="Times New Roman"/>
                        </a:rPr>
                        <a:t>Methodology</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Results</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ctr">
                        <a:spcBef>
                          <a:spcPts val="0"/>
                        </a:spcBef>
                        <a:spcAft>
                          <a:spcPts val="0"/>
                        </a:spcAft>
                        <a:buNone/>
                      </a:pPr>
                      <a:r>
                        <a:rPr b="1" lang="en-US" sz="1600" u="none" cap="none" strike="noStrike">
                          <a:latin typeface="Times New Roman"/>
                          <a:ea typeface="Times New Roman"/>
                          <a:cs typeface="Times New Roman"/>
                          <a:sym typeface="Times New Roman"/>
                        </a:rPr>
                        <a:t>Future Scope</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398425">
                <a:tc>
                  <a:txBody>
                    <a:bodyPr/>
                    <a:lstStyle/>
                    <a:p>
                      <a:pPr indent="0" lvl="0" marL="123190" marR="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2019</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88265" marR="81280"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SQL Injection Detection Using Machine Learning</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457200" marR="75565"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Naïve Bayes, Gradient Boosting Machine</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125729"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Naïve Bayes classifier machine learning model provides results with an accuracy of 92.8%.</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156210"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Implementation of other machine learning algorithms to get better accuracy.</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r h="2095775">
                <a:tc>
                  <a:txBody>
                    <a:bodyPr/>
                    <a:lstStyle/>
                    <a:p>
                      <a:pPr indent="0" lvl="0" marL="123190" marR="0" rtl="0" algn="l">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2018</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88265" marR="81280"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SQL Injection Detection Using Machine Learning and Multiple Data Sources</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457200" marR="75565"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Random Forest, SVM, ANN</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125729"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Random Forest algorithm shown 96.525% accuracy.</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128904" marR="156210" rtl="0" algn="just">
                        <a:lnSpc>
                          <a:spcPct val="115000"/>
                        </a:lnSpc>
                        <a:spcBef>
                          <a:spcPts val="0"/>
                        </a:spcBef>
                        <a:spcAft>
                          <a:spcPts val="0"/>
                        </a:spcAft>
                        <a:buNone/>
                      </a:pPr>
                      <a:r>
                        <a:rPr lang="en-US" sz="1600" u="none" cap="none" strike="noStrike">
                          <a:solidFill>
                            <a:srgbClr val="000000"/>
                          </a:solidFill>
                          <a:latin typeface="Times New Roman"/>
                          <a:ea typeface="Times New Roman"/>
                          <a:cs typeface="Times New Roman"/>
                          <a:sym typeface="Times New Roman"/>
                        </a:rPr>
                        <a:t>Collection of larger dataset and analysis of additional machine learning techniques for both accuracy and performance.</a:t>
                      </a:r>
                      <a:endParaRPr sz="1600" u="none" cap="none" strike="noStrike">
                        <a:latin typeface="Times New Roman"/>
                        <a:ea typeface="Times New Roman"/>
                        <a:cs typeface="Times New Roman"/>
                        <a:sym typeface="Times New Roman"/>
                      </a:endParaRPr>
                    </a:p>
                  </a:txBody>
                  <a:tcPr marT="0" marB="0" marR="0" marL="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Proposed System</a:t>
            </a:r>
            <a:endParaRPr b="1"/>
          </a:p>
        </p:txBody>
      </p:sp>
      <p:sp>
        <p:nvSpPr>
          <p:cNvPr id="150" name="Google Shape;150;p10"/>
          <p:cNvSpPr/>
          <p:nvPr/>
        </p:nvSpPr>
        <p:spPr>
          <a:xfrm>
            <a:off x="8392056"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10</a:t>
            </a:r>
            <a:endParaRPr/>
          </a:p>
        </p:txBody>
      </p:sp>
      <p:sp>
        <p:nvSpPr>
          <p:cNvPr id="151" name="Google Shape;151;p10"/>
          <p:cNvSpPr txBox="1"/>
          <p:nvPr/>
        </p:nvSpPr>
        <p:spPr>
          <a:xfrm>
            <a:off x="457200" y="1143000"/>
            <a:ext cx="8229600" cy="5105400"/>
          </a:xfrm>
          <a:prstGeom prst="rect">
            <a:avLst/>
          </a:prstGeom>
          <a:no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The proposed system is a robust SQL injection detection solution that leverages machine learning algorithms to identify and mitigate potential security threats in web applications. Through extensive training and evaluation, the system has been equipped with multiple algorithms, including Logistic Regression, Naive Bayes, Random Forest, and Support Vector Machine, to accurately detect SQL injection attacks. While the primary focus has been on algorithm selection and model training, the next phase of development will involve integrating the detection system seamlessly into existing web application frameworks. This integration will enable developers and administrators to deploy the solution effortlessly, bolstering the security posture of their applications. Additionally, ongoing performance optimization efforts will ensure that the system remains effective and efficient in identifying and mitigating SQL injection vulnerabilities.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Proposed System</a:t>
            </a:r>
            <a:endParaRPr b="1"/>
          </a:p>
        </p:txBody>
      </p:sp>
      <p:sp>
        <p:nvSpPr>
          <p:cNvPr id="157" name="Google Shape;157;p11"/>
          <p:cNvSpPr/>
          <p:nvPr/>
        </p:nvSpPr>
        <p:spPr>
          <a:xfrm>
            <a:off x="8396801" y="6381690"/>
            <a:ext cx="43165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11</a:t>
            </a:r>
            <a:endParaRPr b="0" i="0" sz="2000" u="none" cap="none" strike="noStrike">
              <a:solidFill>
                <a:schemeClr val="dk1"/>
              </a:solidFill>
              <a:latin typeface="Times New Roman"/>
              <a:ea typeface="Times New Roman"/>
              <a:cs typeface="Times New Roman"/>
              <a:sym typeface="Times New Roman"/>
            </a:endParaRPr>
          </a:p>
        </p:txBody>
      </p:sp>
      <p:sp>
        <p:nvSpPr>
          <p:cNvPr id="158" name="Google Shape;158;p11"/>
          <p:cNvSpPr txBox="1"/>
          <p:nvPr/>
        </p:nvSpPr>
        <p:spPr>
          <a:xfrm>
            <a:off x="0" y="5323018"/>
            <a:ext cx="9144000" cy="3348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Fig. 1: Block Diagram</a:t>
            </a:r>
            <a:endParaRPr b="0" i="0" sz="1800" u="none" cap="none" strike="noStrike">
              <a:solidFill>
                <a:schemeClr val="dk1"/>
              </a:solidFill>
              <a:latin typeface="Times New Roman"/>
              <a:ea typeface="Times New Roman"/>
              <a:cs typeface="Times New Roman"/>
              <a:sym typeface="Times New Roman"/>
            </a:endParaRPr>
          </a:p>
        </p:txBody>
      </p:sp>
      <p:pic>
        <p:nvPicPr>
          <p:cNvPr id="159" name="Google Shape;159;p11"/>
          <p:cNvPicPr preferRelativeResize="0"/>
          <p:nvPr/>
        </p:nvPicPr>
        <p:blipFill rotWithShape="1">
          <a:blip r:embed="rId3">
            <a:alphaModFix/>
          </a:blip>
          <a:srcRect b="0" l="0" r="0" t="0"/>
          <a:stretch/>
        </p:blipFill>
        <p:spPr>
          <a:xfrm>
            <a:off x="1638259" y="1025559"/>
            <a:ext cx="5867482" cy="416888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2"/>
          <p:cNvSpPr/>
          <p:nvPr/>
        </p:nvSpPr>
        <p:spPr>
          <a:xfrm>
            <a:off x="8392057"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12</a:t>
            </a:r>
            <a:endParaRPr b="0" i="0" sz="2000" u="none" cap="none" strike="noStrike">
              <a:solidFill>
                <a:schemeClr val="dk1"/>
              </a:solidFill>
              <a:latin typeface="Times New Roman"/>
              <a:ea typeface="Times New Roman"/>
              <a:cs typeface="Times New Roman"/>
              <a:sym typeface="Times New Roman"/>
            </a:endParaRPr>
          </a:p>
        </p:txBody>
      </p:sp>
      <p:sp>
        <p:nvSpPr>
          <p:cNvPr id="165" name="Google Shape;165;p12"/>
          <p:cNvSpPr txBox="1"/>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1" i="0" lang="en-US" sz="3200" u="none" cap="none" strike="noStrike">
                <a:solidFill>
                  <a:schemeClr val="dk2"/>
                </a:solidFill>
                <a:latin typeface="Times New Roman"/>
                <a:ea typeface="Times New Roman"/>
                <a:cs typeface="Times New Roman"/>
                <a:sym typeface="Times New Roman"/>
              </a:rPr>
              <a:t>Implementation</a:t>
            </a:r>
            <a:endParaRPr b="1" i="0" sz="3200" u="none" cap="none" strike="noStrike">
              <a:solidFill>
                <a:schemeClr val="dk2"/>
              </a:solidFill>
              <a:latin typeface="Arial"/>
              <a:ea typeface="Arial"/>
              <a:cs typeface="Arial"/>
              <a:sym typeface="Arial"/>
            </a:endParaRPr>
          </a:p>
        </p:txBody>
      </p:sp>
      <p:sp>
        <p:nvSpPr>
          <p:cNvPr id="166" name="Google Shape;166;p12"/>
          <p:cNvSpPr txBox="1"/>
          <p:nvPr/>
        </p:nvSpPr>
        <p:spPr>
          <a:xfrm>
            <a:off x="0" y="5562600"/>
            <a:ext cx="9144000" cy="33465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Fig. 2: Flowchart</a:t>
            </a:r>
            <a:endParaRPr b="0" i="0" sz="1800" u="none" cap="none" strike="noStrike">
              <a:solidFill>
                <a:schemeClr val="dk1"/>
              </a:solidFill>
              <a:latin typeface="Times New Roman"/>
              <a:ea typeface="Times New Roman"/>
              <a:cs typeface="Times New Roman"/>
              <a:sym typeface="Times New Roman"/>
            </a:endParaRPr>
          </a:p>
        </p:txBody>
      </p:sp>
      <p:pic>
        <p:nvPicPr>
          <p:cNvPr id="167" name="Google Shape;167;p12"/>
          <p:cNvPicPr preferRelativeResize="0"/>
          <p:nvPr/>
        </p:nvPicPr>
        <p:blipFill rotWithShape="1">
          <a:blip r:embed="rId3">
            <a:alphaModFix/>
          </a:blip>
          <a:srcRect b="0" l="0" r="0" t="0"/>
          <a:stretch/>
        </p:blipFill>
        <p:spPr>
          <a:xfrm>
            <a:off x="2919568" y="1219200"/>
            <a:ext cx="3252632" cy="413810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3"/>
          <p:cNvSpPr/>
          <p:nvPr/>
        </p:nvSpPr>
        <p:spPr>
          <a:xfrm>
            <a:off x="8392057"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13</a:t>
            </a:r>
            <a:endParaRPr b="0" i="0" sz="2000" u="none" cap="none" strike="noStrike">
              <a:solidFill>
                <a:schemeClr val="dk1"/>
              </a:solidFill>
              <a:latin typeface="Times New Roman"/>
              <a:ea typeface="Times New Roman"/>
              <a:cs typeface="Times New Roman"/>
              <a:sym typeface="Times New Roman"/>
            </a:endParaRPr>
          </a:p>
        </p:txBody>
      </p:sp>
      <p:sp>
        <p:nvSpPr>
          <p:cNvPr id="173" name="Google Shape;173;p13"/>
          <p:cNvSpPr txBox="1"/>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1" i="0" lang="en-US" sz="3200" u="none" cap="none" strike="noStrike">
                <a:solidFill>
                  <a:schemeClr val="dk2"/>
                </a:solidFill>
                <a:latin typeface="Times New Roman"/>
                <a:ea typeface="Times New Roman"/>
                <a:cs typeface="Times New Roman"/>
                <a:sym typeface="Times New Roman"/>
              </a:rPr>
              <a:t>Implementation</a:t>
            </a:r>
            <a:endParaRPr b="1" i="0" sz="3200" u="none" cap="none" strike="noStrike">
              <a:solidFill>
                <a:schemeClr val="dk2"/>
              </a:solidFill>
              <a:latin typeface="Arial"/>
              <a:ea typeface="Arial"/>
              <a:cs typeface="Arial"/>
              <a:sym typeface="Arial"/>
            </a:endParaRPr>
          </a:p>
        </p:txBody>
      </p:sp>
      <p:sp>
        <p:nvSpPr>
          <p:cNvPr id="174" name="Google Shape;174;p13"/>
          <p:cNvSpPr txBox="1"/>
          <p:nvPr/>
        </p:nvSpPr>
        <p:spPr>
          <a:xfrm>
            <a:off x="0" y="5562600"/>
            <a:ext cx="9144000" cy="33465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Fig. 3: Bar plot comparing the accuracy of different algorithms</a:t>
            </a:r>
            <a:endParaRPr b="0" i="0" sz="1800" u="none" cap="none" strike="noStrike">
              <a:solidFill>
                <a:schemeClr val="dk1"/>
              </a:solidFill>
              <a:latin typeface="Times New Roman"/>
              <a:ea typeface="Times New Roman"/>
              <a:cs typeface="Times New Roman"/>
              <a:sym typeface="Times New Roman"/>
            </a:endParaRPr>
          </a:p>
        </p:txBody>
      </p:sp>
      <p:pic>
        <p:nvPicPr>
          <p:cNvPr id="175" name="Google Shape;175;p13"/>
          <p:cNvPicPr preferRelativeResize="0"/>
          <p:nvPr/>
        </p:nvPicPr>
        <p:blipFill rotWithShape="1">
          <a:blip r:embed="rId3">
            <a:alphaModFix/>
          </a:blip>
          <a:srcRect b="0" l="0" r="0" t="0"/>
          <a:stretch/>
        </p:blipFill>
        <p:spPr>
          <a:xfrm>
            <a:off x="1725928" y="1311505"/>
            <a:ext cx="5692144" cy="42510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4"/>
          <p:cNvSpPr/>
          <p:nvPr/>
        </p:nvSpPr>
        <p:spPr>
          <a:xfrm>
            <a:off x="8392057"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14</a:t>
            </a:r>
            <a:endParaRPr b="0" i="0" sz="2000" u="none" cap="none" strike="noStrike">
              <a:solidFill>
                <a:schemeClr val="dk1"/>
              </a:solidFill>
              <a:latin typeface="Times New Roman"/>
              <a:ea typeface="Times New Roman"/>
              <a:cs typeface="Times New Roman"/>
              <a:sym typeface="Times New Roman"/>
            </a:endParaRPr>
          </a:p>
        </p:txBody>
      </p:sp>
      <p:sp>
        <p:nvSpPr>
          <p:cNvPr id="181" name="Google Shape;181;p14"/>
          <p:cNvSpPr txBox="1"/>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1" i="0" lang="en-US" sz="3200" u="none" cap="none" strike="noStrike">
                <a:solidFill>
                  <a:schemeClr val="dk2"/>
                </a:solidFill>
                <a:latin typeface="Times New Roman"/>
                <a:ea typeface="Times New Roman"/>
                <a:cs typeface="Times New Roman"/>
                <a:sym typeface="Times New Roman"/>
              </a:rPr>
              <a:t>Implementation</a:t>
            </a:r>
            <a:endParaRPr b="1" i="0" sz="3200" u="none" cap="none" strike="noStrike">
              <a:solidFill>
                <a:schemeClr val="dk2"/>
              </a:solidFill>
              <a:latin typeface="Arial"/>
              <a:ea typeface="Arial"/>
              <a:cs typeface="Arial"/>
              <a:sym typeface="Arial"/>
            </a:endParaRPr>
          </a:p>
        </p:txBody>
      </p:sp>
      <p:sp>
        <p:nvSpPr>
          <p:cNvPr id="182" name="Google Shape;182;p14"/>
          <p:cNvSpPr txBox="1"/>
          <p:nvPr/>
        </p:nvSpPr>
        <p:spPr>
          <a:xfrm>
            <a:off x="0" y="5562600"/>
            <a:ext cx="9144000" cy="33465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Fig. 4: Bar Plot representing the value of each metric of a specific algorithm</a:t>
            </a:r>
            <a:endParaRPr b="0" i="0" sz="1800" u="none" cap="none" strike="noStrike">
              <a:solidFill>
                <a:schemeClr val="dk1"/>
              </a:solidFill>
              <a:latin typeface="Times New Roman"/>
              <a:ea typeface="Times New Roman"/>
              <a:cs typeface="Times New Roman"/>
              <a:sym typeface="Times New Roman"/>
            </a:endParaRPr>
          </a:p>
        </p:txBody>
      </p:sp>
      <p:pic>
        <p:nvPicPr>
          <p:cNvPr id="183" name="Google Shape;183;p14"/>
          <p:cNvPicPr preferRelativeResize="0"/>
          <p:nvPr/>
        </p:nvPicPr>
        <p:blipFill rotWithShape="1">
          <a:blip r:embed="rId3">
            <a:alphaModFix/>
          </a:blip>
          <a:srcRect b="0" l="0" r="0" t="0"/>
          <a:stretch/>
        </p:blipFill>
        <p:spPr>
          <a:xfrm>
            <a:off x="2386778" y="1143000"/>
            <a:ext cx="4370444" cy="4419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p:nvPr/>
        </p:nvSpPr>
        <p:spPr>
          <a:xfrm>
            <a:off x="8392058"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15</a:t>
            </a:r>
            <a:endParaRPr b="0" i="0" sz="2000" u="none" cap="none" strike="noStrike">
              <a:solidFill>
                <a:schemeClr val="dk1"/>
              </a:solidFill>
              <a:latin typeface="Times New Roman"/>
              <a:ea typeface="Times New Roman"/>
              <a:cs typeface="Times New Roman"/>
              <a:sym typeface="Times New Roman"/>
            </a:endParaRPr>
          </a:p>
        </p:txBody>
      </p:sp>
      <p:sp>
        <p:nvSpPr>
          <p:cNvPr id="189" name="Google Shape;189;p15"/>
          <p:cNvSpPr txBox="1"/>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1" i="0" lang="en-US" sz="3200" u="none" cap="none" strike="noStrike">
                <a:solidFill>
                  <a:schemeClr val="dk2"/>
                </a:solidFill>
                <a:latin typeface="Times New Roman"/>
                <a:ea typeface="Times New Roman"/>
                <a:cs typeface="Times New Roman"/>
                <a:sym typeface="Times New Roman"/>
              </a:rPr>
              <a:t>Implementation</a:t>
            </a:r>
            <a:endParaRPr b="1" i="0" sz="3200" u="none" cap="none" strike="noStrike">
              <a:solidFill>
                <a:schemeClr val="dk2"/>
              </a:solidFill>
              <a:latin typeface="Arial"/>
              <a:ea typeface="Arial"/>
              <a:cs typeface="Arial"/>
              <a:sym typeface="Arial"/>
            </a:endParaRPr>
          </a:p>
        </p:txBody>
      </p:sp>
      <p:sp>
        <p:nvSpPr>
          <p:cNvPr id="190" name="Google Shape;190;p15"/>
          <p:cNvSpPr txBox="1"/>
          <p:nvPr/>
        </p:nvSpPr>
        <p:spPr>
          <a:xfrm>
            <a:off x="639146" y="5562600"/>
            <a:ext cx="7865706" cy="33465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Fig. 5: Line plot showing the performance metrics across different algorithms</a:t>
            </a:r>
            <a:endParaRPr b="0" i="0" sz="1800" u="none" cap="none" strike="noStrike">
              <a:solidFill>
                <a:schemeClr val="dk1"/>
              </a:solidFill>
              <a:latin typeface="Times New Roman"/>
              <a:ea typeface="Times New Roman"/>
              <a:cs typeface="Times New Roman"/>
              <a:sym typeface="Times New Roman"/>
            </a:endParaRPr>
          </a:p>
        </p:txBody>
      </p:sp>
      <p:pic>
        <p:nvPicPr>
          <p:cNvPr id="191" name="Google Shape;191;p15"/>
          <p:cNvPicPr preferRelativeResize="0"/>
          <p:nvPr/>
        </p:nvPicPr>
        <p:blipFill rotWithShape="1">
          <a:blip r:embed="rId3">
            <a:alphaModFix/>
          </a:blip>
          <a:srcRect b="0" l="0" r="0" t="0"/>
          <a:stretch/>
        </p:blipFill>
        <p:spPr>
          <a:xfrm>
            <a:off x="838199" y="1089621"/>
            <a:ext cx="7467600" cy="447297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6"/>
          <p:cNvSpPr/>
          <p:nvPr/>
        </p:nvSpPr>
        <p:spPr>
          <a:xfrm>
            <a:off x="8392056"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16</a:t>
            </a:r>
            <a:endParaRPr/>
          </a:p>
        </p:txBody>
      </p:sp>
      <p:sp>
        <p:nvSpPr>
          <p:cNvPr id="197" name="Google Shape;197;p16"/>
          <p:cNvSpPr txBox="1"/>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2"/>
              </a:buClr>
              <a:buSzPts val="3200"/>
              <a:buFont typeface="Times New Roman"/>
              <a:buNone/>
            </a:pPr>
            <a:r>
              <a:rPr b="1" i="0" lang="en-US" sz="3200" u="none" cap="none" strike="noStrike">
                <a:solidFill>
                  <a:schemeClr val="dk2"/>
                </a:solidFill>
                <a:latin typeface="Times New Roman"/>
                <a:ea typeface="Times New Roman"/>
                <a:cs typeface="Times New Roman"/>
                <a:sym typeface="Times New Roman"/>
              </a:rPr>
              <a:t>Implementation</a:t>
            </a:r>
            <a:endParaRPr b="1" i="0" sz="3200" u="none" cap="none" strike="noStrike">
              <a:solidFill>
                <a:schemeClr val="dk2"/>
              </a:solidFill>
              <a:latin typeface="Arial"/>
              <a:ea typeface="Arial"/>
              <a:cs typeface="Arial"/>
              <a:sym typeface="Arial"/>
            </a:endParaRPr>
          </a:p>
        </p:txBody>
      </p:sp>
      <p:sp>
        <p:nvSpPr>
          <p:cNvPr id="198" name="Google Shape;198;p16"/>
          <p:cNvSpPr txBox="1"/>
          <p:nvPr/>
        </p:nvSpPr>
        <p:spPr>
          <a:xfrm>
            <a:off x="0" y="5562600"/>
            <a:ext cx="9144000" cy="33465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Fig. 6: Performance Metrics Heatmap Across Algorithms</a:t>
            </a:r>
            <a:endParaRPr b="0" i="0" sz="1800" u="none" cap="none" strike="noStrike">
              <a:solidFill>
                <a:schemeClr val="dk1"/>
              </a:solidFill>
              <a:latin typeface="Times New Roman"/>
              <a:ea typeface="Times New Roman"/>
              <a:cs typeface="Times New Roman"/>
              <a:sym typeface="Times New Roman"/>
            </a:endParaRPr>
          </a:p>
        </p:txBody>
      </p:sp>
      <p:pic>
        <p:nvPicPr>
          <p:cNvPr id="199" name="Google Shape;199;p16"/>
          <p:cNvPicPr preferRelativeResize="0"/>
          <p:nvPr/>
        </p:nvPicPr>
        <p:blipFill rotWithShape="1">
          <a:blip r:embed="rId3">
            <a:alphaModFix/>
          </a:blip>
          <a:srcRect b="0" l="0" r="0" t="0"/>
          <a:stretch/>
        </p:blipFill>
        <p:spPr>
          <a:xfrm>
            <a:off x="1082797" y="1405040"/>
            <a:ext cx="6978405" cy="404791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7"/>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Technologies Used</a:t>
            </a:r>
            <a:endParaRPr b="1"/>
          </a:p>
        </p:txBody>
      </p:sp>
      <p:sp>
        <p:nvSpPr>
          <p:cNvPr id="205" name="Google Shape;205;p17"/>
          <p:cNvSpPr txBox="1"/>
          <p:nvPr>
            <p:ph idx="1" type="body"/>
          </p:nvPr>
        </p:nvSpPr>
        <p:spPr>
          <a:xfrm>
            <a:off x="304800" y="1143000"/>
            <a:ext cx="8229600" cy="5181600"/>
          </a:xfrm>
          <a:prstGeom prst="rect">
            <a:avLst/>
          </a:prstGeom>
          <a:noFill/>
          <a:ln>
            <a:noFill/>
          </a:ln>
        </p:spPr>
        <p:txBody>
          <a:bodyPr anchorCtr="0" anchor="t" bIns="45700" lIns="91425" spcFirstLastPara="1" rIns="91425" wrap="square" tIns="45700">
            <a:noAutofit/>
          </a:bodyPr>
          <a:lstStyle/>
          <a:p>
            <a:pPr indent="-229234" lvl="2" marL="951864" rtl="0" algn="l">
              <a:lnSpc>
                <a:spcPct val="150000"/>
              </a:lnSpc>
              <a:spcBef>
                <a:spcPts val="0"/>
              </a:spcBef>
              <a:spcAft>
                <a:spcPts val="0"/>
              </a:spcAft>
              <a:buClr>
                <a:schemeClr val="dk1"/>
              </a:buClr>
              <a:buSzPts val="1800"/>
              <a:buFont typeface="Noto Sans Symbols"/>
              <a:buChar char="∙"/>
            </a:pPr>
            <a:r>
              <a:rPr b="1" lang="en-US" sz="1800">
                <a:latin typeface="Times New Roman"/>
                <a:ea typeface="Times New Roman"/>
                <a:cs typeface="Times New Roman"/>
                <a:sym typeface="Times New Roman"/>
              </a:rPr>
              <a:t>Hardware Requirements:</a:t>
            </a:r>
            <a:endParaRPr b="1" sz="1600">
              <a:latin typeface="Times New Roman"/>
              <a:ea typeface="Times New Roman"/>
              <a:cs typeface="Times New Roman"/>
              <a:sym typeface="Times New Roman"/>
            </a:endParaRPr>
          </a:p>
          <a:p>
            <a:pPr indent="-342900" lvl="3" marL="1522730" rtl="0" algn="l">
              <a:lnSpc>
                <a:spcPct val="150000"/>
              </a:lnSpc>
              <a:spcBef>
                <a:spcPts val="5"/>
              </a:spcBef>
              <a:spcAft>
                <a:spcPts val="0"/>
              </a:spcAft>
              <a:buClr>
                <a:schemeClr val="dk1"/>
              </a:buClr>
              <a:buSzPts val="1600"/>
              <a:buFont typeface="Arial"/>
              <a:buAutoNum type="alphaLcPeriod"/>
            </a:pPr>
            <a:r>
              <a:rPr lang="en-US">
                <a:latin typeface="Times New Roman"/>
                <a:ea typeface="Times New Roman"/>
                <a:cs typeface="Times New Roman"/>
                <a:sym typeface="Times New Roman"/>
              </a:rPr>
              <a:t>Hard Disk – 500 GB (minimum)</a:t>
            </a:r>
            <a:endParaRPr>
              <a:latin typeface="Times New Roman"/>
              <a:ea typeface="Times New Roman"/>
              <a:cs typeface="Times New Roman"/>
              <a:sym typeface="Times New Roman"/>
            </a:endParaRPr>
          </a:p>
          <a:p>
            <a:pPr indent="-342900" lvl="3" marL="1522730" rtl="0" algn="l">
              <a:lnSpc>
                <a:spcPct val="150000"/>
              </a:lnSpc>
              <a:spcBef>
                <a:spcPts val="5"/>
              </a:spcBef>
              <a:spcAft>
                <a:spcPts val="0"/>
              </a:spcAft>
              <a:buClr>
                <a:schemeClr val="dk1"/>
              </a:buClr>
              <a:buSzPts val="1600"/>
              <a:buFont typeface="Arial"/>
              <a:buAutoNum type="alphaLcPeriod"/>
            </a:pPr>
            <a:r>
              <a:rPr lang="en-US">
                <a:latin typeface="Times New Roman"/>
                <a:ea typeface="Times New Roman"/>
                <a:cs typeface="Times New Roman"/>
                <a:sym typeface="Times New Roman"/>
              </a:rPr>
              <a:t>RAM required – 8GB (minimum)</a:t>
            </a:r>
            <a:endParaRPr/>
          </a:p>
          <a:p>
            <a:pPr indent="-342900" lvl="3" marL="1522730" rtl="0" algn="l">
              <a:lnSpc>
                <a:spcPct val="150000"/>
              </a:lnSpc>
              <a:spcBef>
                <a:spcPts val="5"/>
              </a:spcBef>
              <a:spcAft>
                <a:spcPts val="0"/>
              </a:spcAft>
              <a:buClr>
                <a:schemeClr val="dk1"/>
              </a:buClr>
              <a:buSzPts val="1600"/>
              <a:buFont typeface="Arial"/>
              <a:buAutoNum type="alphaLcPeriod"/>
            </a:pPr>
            <a:r>
              <a:rPr lang="en-US">
                <a:latin typeface="Times New Roman"/>
                <a:ea typeface="Times New Roman"/>
                <a:cs typeface="Times New Roman"/>
                <a:sym typeface="Times New Roman"/>
              </a:rPr>
              <a:t>Processor – Intel Core i5 8</a:t>
            </a:r>
            <a:r>
              <a:rPr baseline="30000" lang="en-US">
                <a:latin typeface="Times New Roman"/>
                <a:ea typeface="Times New Roman"/>
                <a:cs typeface="Times New Roman"/>
                <a:sym typeface="Times New Roman"/>
              </a:rPr>
              <a:t>th </a:t>
            </a:r>
            <a:r>
              <a:rPr lang="en-US">
                <a:latin typeface="Times New Roman"/>
                <a:ea typeface="Times New Roman"/>
                <a:cs typeface="Times New Roman"/>
                <a:sym typeface="Times New Roman"/>
              </a:rPr>
              <a:t>Gen</a:t>
            </a:r>
            <a:endParaRPr>
              <a:latin typeface="Times New Roman"/>
              <a:ea typeface="Times New Roman"/>
              <a:cs typeface="Times New Roman"/>
              <a:sym typeface="Times New Roman"/>
            </a:endParaRPr>
          </a:p>
          <a:p>
            <a:pPr indent="-229234" lvl="1" marL="951864" rtl="0" algn="l">
              <a:lnSpc>
                <a:spcPct val="150000"/>
              </a:lnSpc>
              <a:spcBef>
                <a:spcPts val="1235"/>
              </a:spcBef>
              <a:spcAft>
                <a:spcPts val="0"/>
              </a:spcAft>
              <a:buClr>
                <a:schemeClr val="dk1"/>
              </a:buClr>
              <a:buSzPts val="1800"/>
              <a:buFont typeface="Noto Sans Symbols"/>
              <a:buChar char="∙"/>
            </a:pPr>
            <a:r>
              <a:rPr b="1" lang="en-US" sz="1800">
                <a:latin typeface="Times New Roman"/>
                <a:ea typeface="Times New Roman"/>
                <a:cs typeface="Times New Roman"/>
                <a:sym typeface="Times New Roman"/>
              </a:rPr>
              <a:t>Software Requirements:</a:t>
            </a:r>
            <a:r>
              <a:rPr lang="en-US" sz="1800">
                <a:solidFill>
                  <a:srgbClr val="000000"/>
                </a:solidFill>
                <a:latin typeface="Times New Roman"/>
                <a:ea typeface="Times New Roman"/>
                <a:cs typeface="Times New Roman"/>
                <a:sym typeface="Times New Roman"/>
              </a:rPr>
              <a:t> </a:t>
            </a:r>
            <a:endParaRPr/>
          </a:p>
          <a:p>
            <a:pPr indent="-342900" lvl="3" marL="1522730" rtl="0" algn="l">
              <a:lnSpc>
                <a:spcPct val="150000"/>
              </a:lnSpc>
              <a:spcBef>
                <a:spcPts val="5"/>
              </a:spcBef>
              <a:spcAft>
                <a:spcPts val="0"/>
              </a:spcAft>
              <a:buClr>
                <a:schemeClr val="dk1"/>
              </a:buClr>
              <a:buSzPts val="1600"/>
              <a:buFont typeface="Arial"/>
              <a:buAutoNum type="alphaLcPeriod"/>
            </a:pPr>
            <a:r>
              <a:rPr lang="en-US">
                <a:latin typeface="Times New Roman"/>
                <a:ea typeface="Times New Roman"/>
                <a:cs typeface="Times New Roman"/>
                <a:sym typeface="Times New Roman"/>
              </a:rPr>
              <a:t>Python (for machine learning model development)</a:t>
            </a:r>
            <a:endParaRPr/>
          </a:p>
          <a:p>
            <a:pPr indent="-342900" lvl="3" marL="1522730" rtl="0" algn="l">
              <a:lnSpc>
                <a:spcPct val="150000"/>
              </a:lnSpc>
              <a:spcBef>
                <a:spcPts val="5"/>
              </a:spcBef>
              <a:spcAft>
                <a:spcPts val="0"/>
              </a:spcAft>
              <a:buClr>
                <a:schemeClr val="dk1"/>
              </a:buClr>
              <a:buSzPts val="1600"/>
              <a:buFont typeface="Arial"/>
              <a:buAutoNum type="alphaLcPeriod"/>
            </a:pPr>
            <a:r>
              <a:rPr lang="en-US">
                <a:latin typeface="Times New Roman"/>
                <a:ea typeface="Times New Roman"/>
                <a:cs typeface="Times New Roman"/>
                <a:sym typeface="Times New Roman"/>
              </a:rPr>
              <a:t>Google Colab (for code development and analysis)</a:t>
            </a:r>
            <a:endParaRPr/>
          </a:p>
          <a:p>
            <a:pPr indent="-342900" lvl="3" marL="1522730" rtl="0" algn="l">
              <a:lnSpc>
                <a:spcPct val="150000"/>
              </a:lnSpc>
              <a:spcBef>
                <a:spcPts val="5"/>
              </a:spcBef>
              <a:spcAft>
                <a:spcPts val="0"/>
              </a:spcAft>
              <a:buClr>
                <a:schemeClr val="dk1"/>
              </a:buClr>
              <a:buSzPts val="1600"/>
              <a:buFont typeface="Arial"/>
              <a:buAutoNum type="alphaLcPeriod"/>
            </a:pPr>
            <a:r>
              <a:rPr lang="en-US">
                <a:latin typeface="Times New Roman"/>
                <a:ea typeface="Times New Roman"/>
                <a:cs typeface="Times New Roman"/>
                <a:sym typeface="Times New Roman"/>
              </a:rPr>
              <a:t>Visual Studio Code (for code development)</a:t>
            </a:r>
            <a:endParaRPr sz="1800">
              <a:latin typeface="Times New Roman"/>
              <a:ea typeface="Times New Roman"/>
              <a:cs typeface="Times New Roman"/>
              <a:sym typeface="Times New Roman"/>
            </a:endParaRPr>
          </a:p>
        </p:txBody>
      </p:sp>
      <p:sp>
        <p:nvSpPr>
          <p:cNvPr id="206" name="Google Shape;206;p17"/>
          <p:cNvSpPr/>
          <p:nvPr/>
        </p:nvSpPr>
        <p:spPr>
          <a:xfrm>
            <a:off x="8392055"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17</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8"/>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Results and Discussion</a:t>
            </a:r>
            <a:endParaRPr b="1"/>
          </a:p>
        </p:txBody>
      </p:sp>
      <p:sp>
        <p:nvSpPr>
          <p:cNvPr id="212" name="Google Shape;212;p18"/>
          <p:cNvSpPr/>
          <p:nvPr/>
        </p:nvSpPr>
        <p:spPr>
          <a:xfrm>
            <a:off x="8392053"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18</a:t>
            </a:r>
            <a:endParaRPr b="0" i="0" sz="2000" u="none" cap="none" strike="noStrike">
              <a:solidFill>
                <a:schemeClr val="dk1"/>
              </a:solidFill>
              <a:latin typeface="Times New Roman"/>
              <a:ea typeface="Times New Roman"/>
              <a:cs typeface="Times New Roman"/>
              <a:sym typeface="Times New Roman"/>
            </a:endParaRPr>
          </a:p>
        </p:txBody>
      </p:sp>
      <p:sp>
        <p:nvSpPr>
          <p:cNvPr id="213" name="Google Shape;213;p18"/>
          <p:cNvSpPr txBox="1"/>
          <p:nvPr/>
        </p:nvSpPr>
        <p:spPr>
          <a:xfrm>
            <a:off x="457200" y="1143000"/>
            <a:ext cx="8229600" cy="5105400"/>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The project evaluated multiple machine learning algorithms to identify the most effective approach for SQL injection detection. Each algorithm was trained and evaluated based on metrics such as accuracy, precision, recall, and F1 score. Notably, the Support Vector Machine (SVM) algorithm exhibited the highest accuracy of 98.29%, showcasing its effectiveness in detecting SQL injection vulnerabilities.</a:t>
            </a:r>
            <a:endParaRPr/>
          </a:p>
          <a:p>
            <a:pPr indent="0" lvl="0" marL="0" marR="0" rtl="0" algn="just">
              <a:lnSpc>
                <a:spcPct val="107000"/>
              </a:lnSpc>
              <a:spcBef>
                <a:spcPts val="116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Conversely, other algorithms such as Logistic Regression, Multinomial Naive Bayes, and Random Forest yielded slightly lower accuracy rates, ranging from 95% to 97%. While these algorithms provided respectable performance, their precision and recall scores varied, indicating potential limitations in accurately detecting SQL injection attacks compared to SVM.</a:t>
            </a:r>
            <a:endParaRPr/>
          </a:p>
          <a:p>
            <a:pPr indent="0" lvl="0" marL="0" marR="0" rtl="0" algn="just">
              <a:lnSpc>
                <a:spcPct val="107000"/>
              </a:lnSpc>
              <a:spcBef>
                <a:spcPts val="116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Overall, the results highlight the critical role of selecting an appropriate machine-learning algorithm for SQL injection detection. The superior performance of SVM underscores its suitability for real-world applications where precision and accuracy are paramount. Future efforts may involve fine-tuning model hyperparameters and exploring ensemble methods to further enhance detection accuracy and robustness.</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9"/>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Conclusion and Future Work</a:t>
            </a:r>
            <a:endParaRPr b="1"/>
          </a:p>
        </p:txBody>
      </p:sp>
      <p:sp>
        <p:nvSpPr>
          <p:cNvPr id="219" name="Google Shape;219;p19"/>
          <p:cNvSpPr txBox="1"/>
          <p:nvPr>
            <p:ph idx="1" type="body"/>
          </p:nvPr>
        </p:nvSpPr>
        <p:spPr>
          <a:xfrm>
            <a:off x="453154" y="1143000"/>
            <a:ext cx="8229600" cy="4495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Conclusion:</a:t>
            </a:r>
            <a:endParaRPr/>
          </a:p>
          <a:p>
            <a:pPr indent="0" lvl="1" marL="400050" rtl="0" algn="just">
              <a:lnSpc>
                <a:spcPct val="150000"/>
              </a:lnSpc>
              <a:spcBef>
                <a:spcPts val="360"/>
              </a:spcBef>
              <a:spcAft>
                <a:spcPts val="0"/>
              </a:spcAft>
              <a:buClr>
                <a:schemeClr val="dk1"/>
              </a:buClr>
              <a:buSzPts val="1800"/>
              <a:buFont typeface="Times New Roman"/>
              <a:buNone/>
            </a:pPr>
            <a:r>
              <a:rPr i="0" lang="en-US" sz="1800" u="none" cap="none" strike="noStrike">
                <a:solidFill>
                  <a:schemeClr val="dk1"/>
                </a:solidFill>
                <a:latin typeface="Times New Roman"/>
                <a:ea typeface="Times New Roman"/>
                <a:cs typeface="Times New Roman"/>
                <a:sym typeface="Times New Roman"/>
              </a:rPr>
              <a:t>In conclusion, the "SQL Injection Detection" project has made significant strides in enhancing the security of database systems against SQL injection attacks. By leveraging machine learning algorithms, particularly Support Vector Machine (SVM), the project has demonstrated the ability to accurately detect and mitigate SQL injection vulnerabilities. The development of a robust detection system contributes to bolstering cybersecurity measures for organizations and individuals relying on database technologies. safeguarding critical data assets and fortifying defenses against malicious attacks.</a:t>
            </a:r>
            <a:endParaRPr i="0" sz="1800" u="none" cap="none" strike="noStrike">
              <a:solidFill>
                <a:schemeClr val="dk1"/>
              </a:solidFill>
              <a:latin typeface="Times New Roman"/>
              <a:ea typeface="Times New Roman"/>
              <a:cs typeface="Times New Roman"/>
              <a:sym typeface="Times New Roman"/>
            </a:endParaRPr>
          </a:p>
        </p:txBody>
      </p:sp>
      <p:sp>
        <p:nvSpPr>
          <p:cNvPr id="220" name="Google Shape;220;p19"/>
          <p:cNvSpPr/>
          <p:nvPr/>
        </p:nvSpPr>
        <p:spPr>
          <a:xfrm>
            <a:off x="8392053"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19</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0"/>
          <p:cNvSpPr txBox="1"/>
          <p:nvPr>
            <p:ph type="title"/>
          </p:nvPr>
        </p:nvSpPr>
        <p:spPr>
          <a:xfrm>
            <a:off x="457200" y="122238"/>
            <a:ext cx="8229600" cy="6397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Conclusion and Future Work</a:t>
            </a:r>
            <a:endParaRPr b="1"/>
          </a:p>
        </p:txBody>
      </p:sp>
      <p:sp>
        <p:nvSpPr>
          <p:cNvPr id="226" name="Google Shape;226;p20"/>
          <p:cNvSpPr txBox="1"/>
          <p:nvPr>
            <p:ph idx="1" type="body"/>
          </p:nvPr>
        </p:nvSpPr>
        <p:spPr>
          <a:xfrm>
            <a:off x="453154" y="1143000"/>
            <a:ext cx="8229600" cy="3886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Times New Roman"/>
              <a:buChar char="•"/>
            </a:pPr>
            <a:r>
              <a:rPr b="1" i="0" lang="en-US" sz="2400" u="none" cap="none" strike="noStrike">
                <a:solidFill>
                  <a:schemeClr val="dk1"/>
                </a:solidFill>
                <a:latin typeface="Times New Roman"/>
                <a:ea typeface="Times New Roman"/>
                <a:cs typeface="Times New Roman"/>
                <a:sym typeface="Times New Roman"/>
              </a:rPr>
              <a:t>Future Work:</a:t>
            </a:r>
            <a:endParaRPr/>
          </a:p>
          <a:p>
            <a:pPr indent="-342900" lvl="1" marL="742950" rtl="0" algn="just">
              <a:lnSpc>
                <a:spcPct val="15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System Integration: </a:t>
            </a:r>
            <a:r>
              <a:rPr i="0" lang="en-US" sz="1800" u="none" cap="none" strike="noStrike">
                <a:solidFill>
                  <a:schemeClr val="dk1"/>
                </a:solidFill>
                <a:latin typeface="Times New Roman"/>
                <a:ea typeface="Times New Roman"/>
                <a:cs typeface="Times New Roman"/>
                <a:sym typeface="Times New Roman"/>
              </a:rPr>
              <a:t>Integrate the SQL injection detection system seamlessly into web application frameworks and platforms, ensuring compatibility and ease of deployment for developers and administrators.</a:t>
            </a:r>
            <a:endParaRPr/>
          </a:p>
          <a:p>
            <a:pPr indent="-342900" lvl="1" marL="742950" rtl="0" algn="just">
              <a:lnSpc>
                <a:spcPct val="150000"/>
              </a:lnSpc>
              <a:spcBef>
                <a:spcPts val="360"/>
              </a:spcBef>
              <a:spcAft>
                <a:spcPts val="0"/>
              </a:spcAft>
              <a:buClr>
                <a:schemeClr val="dk1"/>
              </a:buClr>
              <a:buSzPts val="1800"/>
              <a:buFont typeface="Times New Roman"/>
              <a:buChar char="•"/>
            </a:pPr>
            <a:r>
              <a:rPr b="1" i="0" lang="en-US" sz="1800" u="none" cap="none" strike="noStrike">
                <a:solidFill>
                  <a:schemeClr val="dk1"/>
                </a:solidFill>
                <a:latin typeface="Times New Roman"/>
                <a:ea typeface="Times New Roman"/>
                <a:cs typeface="Times New Roman"/>
                <a:sym typeface="Times New Roman"/>
              </a:rPr>
              <a:t>Performance Optimization: </a:t>
            </a:r>
            <a:r>
              <a:rPr i="0" lang="en-US" sz="1800" u="none" cap="none" strike="noStrike">
                <a:solidFill>
                  <a:schemeClr val="dk1"/>
                </a:solidFill>
                <a:latin typeface="Times New Roman"/>
                <a:ea typeface="Times New Roman"/>
                <a:cs typeface="Times New Roman"/>
                <a:sym typeface="Times New Roman"/>
              </a:rPr>
              <a:t>Continuously optimize the detection system for enhanced efficiency and accuracy, leveraging advancements in machine learning algorithms and cybersecurity techniques.</a:t>
            </a:r>
            <a:endParaRPr/>
          </a:p>
        </p:txBody>
      </p:sp>
      <p:sp>
        <p:nvSpPr>
          <p:cNvPr id="227" name="Google Shape;227;p20"/>
          <p:cNvSpPr/>
          <p:nvPr/>
        </p:nvSpPr>
        <p:spPr>
          <a:xfrm>
            <a:off x="8392055"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20</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1"/>
          <p:cNvSpPr txBox="1"/>
          <p:nvPr>
            <p:ph type="title"/>
          </p:nvPr>
        </p:nvSpPr>
        <p:spPr>
          <a:xfrm>
            <a:off x="457200" y="55788"/>
            <a:ext cx="8229600" cy="639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latin typeface="Times New Roman"/>
                <a:ea typeface="Times New Roman"/>
                <a:cs typeface="Times New Roman"/>
                <a:sym typeface="Times New Roman"/>
              </a:rPr>
              <a:t>References</a:t>
            </a:r>
            <a:endParaRPr b="1"/>
          </a:p>
        </p:txBody>
      </p:sp>
      <p:sp>
        <p:nvSpPr>
          <p:cNvPr id="233" name="Google Shape;233;p21"/>
          <p:cNvSpPr/>
          <p:nvPr/>
        </p:nvSpPr>
        <p:spPr>
          <a:xfrm>
            <a:off x="8392054"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21</a:t>
            </a:r>
            <a:endParaRPr/>
          </a:p>
        </p:txBody>
      </p:sp>
      <p:sp>
        <p:nvSpPr>
          <p:cNvPr id="234" name="Google Shape;234;p21"/>
          <p:cNvSpPr/>
          <p:nvPr/>
        </p:nvSpPr>
        <p:spPr>
          <a:xfrm>
            <a:off x="383028" y="1070264"/>
            <a:ext cx="8229600" cy="5028556"/>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 Wubetu Barud Demilie and Fitsum Gizachew Deriba, “Detection and prevention of SQLI attacks </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and developing compressive framework using machine learning and hybrid techniques” (2022).</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 Maha Alghawazi, Daniyal Alghazzawi and Suaad Alarifi, “Detection of SQL Injection using Machine Learning: A Survey” (2022).</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[3] Sonali Mishra, “SQL Injection Detection Using Machine Learning” (2019). </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[4] Kevin Ross, “SQL Injection Detection Using Machine Learning and Multiple Data Sources” (2018).</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5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[5] Akhtar, C. G., Reddy, M. H., Keerthana, P., Likitha, P., &amp; Nithya Sri, S., “SQL Injection Detection Using Machine Learning Techniques”, Journal of Critical Reviews, vol. 21, no. 6, pp. 686-728 (2018).</a:t>
            </a:r>
            <a:endParaRPr b="0" i="0" sz="18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2"/>
          <p:cNvSpPr txBox="1"/>
          <p:nvPr>
            <p:ph type="title"/>
          </p:nvPr>
        </p:nvSpPr>
        <p:spPr>
          <a:xfrm>
            <a:off x="457200" y="2705100"/>
            <a:ext cx="8229600" cy="1447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9600">
                <a:latin typeface="Times New Roman"/>
                <a:ea typeface="Times New Roman"/>
                <a:cs typeface="Times New Roman"/>
                <a:sym typeface="Times New Roman"/>
              </a:rPr>
              <a:t>Thank You !!!</a:t>
            </a:r>
            <a:endParaRPr sz="6600">
              <a:latin typeface="Times New Roman"/>
              <a:ea typeface="Times New Roman"/>
              <a:cs typeface="Times New Roman"/>
              <a:sym typeface="Times New Roman"/>
            </a:endParaRPr>
          </a:p>
        </p:txBody>
      </p:sp>
      <p:sp>
        <p:nvSpPr>
          <p:cNvPr id="240" name="Google Shape;240;p22"/>
          <p:cNvSpPr/>
          <p:nvPr/>
        </p:nvSpPr>
        <p:spPr>
          <a:xfrm>
            <a:off x="8392054"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22</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457200" y="2819400"/>
            <a:ext cx="8229600" cy="12192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9600">
                <a:latin typeface="Times New Roman"/>
                <a:ea typeface="Times New Roman"/>
                <a:cs typeface="Times New Roman"/>
                <a:sym typeface="Times New Roman"/>
              </a:rPr>
              <a:t>Q &amp; A</a:t>
            </a:r>
            <a:endParaRPr sz="6600">
              <a:latin typeface="Times New Roman"/>
              <a:ea typeface="Times New Roman"/>
              <a:cs typeface="Times New Roman"/>
              <a:sym typeface="Times New Roman"/>
            </a:endParaRPr>
          </a:p>
        </p:txBody>
      </p:sp>
      <p:sp>
        <p:nvSpPr>
          <p:cNvPr id="246" name="Google Shape;246;p23"/>
          <p:cNvSpPr/>
          <p:nvPr/>
        </p:nvSpPr>
        <p:spPr>
          <a:xfrm>
            <a:off x="8392056" y="6381690"/>
            <a:ext cx="441147"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eme1">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2009-10-13T20:39:54Z</dcterms:created>
  <dc:creator>Santosh Chapaneri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FC0CC7DF1BCE4E4B8241BC32BB672CEF</vt:lpwstr>
  </property>
  <property fmtid="{D5CDD505-2E9C-101B-9397-08002B2CF9AE}" pid="3" name="KSOProductBuildVer">
    <vt:lpwstr>1033-11.2.0.10323</vt:lpwstr>
  </property>
</Properties>
</file>